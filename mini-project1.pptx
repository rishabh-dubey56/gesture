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13" Type="http://schemas.openxmlformats.org/officeDocument/2006/relationships/image" Target="../media/image12.png" /><Relationship Id="rId18" Type="http://schemas.openxmlformats.org/officeDocument/2006/relationships/image" Target="../media/image17.png" /><Relationship Id="rId26" Type="http://schemas.openxmlformats.org/officeDocument/2006/relationships/image" Target="../media/image25.png" /><Relationship Id="rId3" Type="http://schemas.openxmlformats.org/officeDocument/2006/relationships/image" Target="../media/image2.png" /><Relationship Id="rId21" Type="http://schemas.openxmlformats.org/officeDocument/2006/relationships/image" Target="../media/image20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17" Type="http://schemas.openxmlformats.org/officeDocument/2006/relationships/image" Target="../media/image16.png" /><Relationship Id="rId25" Type="http://schemas.openxmlformats.org/officeDocument/2006/relationships/image" Target="../media/image24.png" /><Relationship Id="rId2" Type="http://schemas.openxmlformats.org/officeDocument/2006/relationships/image" Target="../media/image1.png" /><Relationship Id="rId16" Type="http://schemas.openxmlformats.org/officeDocument/2006/relationships/image" Target="../media/image15.png" /><Relationship Id="rId20" Type="http://schemas.openxmlformats.org/officeDocument/2006/relationships/image" Target="../media/image19.png" /><Relationship Id="rId29" Type="http://schemas.openxmlformats.org/officeDocument/2006/relationships/image" Target="../media/image2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24" Type="http://schemas.openxmlformats.org/officeDocument/2006/relationships/image" Target="../media/image23.png" /><Relationship Id="rId5" Type="http://schemas.openxmlformats.org/officeDocument/2006/relationships/image" Target="../media/image4.png" /><Relationship Id="rId15" Type="http://schemas.openxmlformats.org/officeDocument/2006/relationships/image" Target="../media/image14.png" /><Relationship Id="rId23" Type="http://schemas.openxmlformats.org/officeDocument/2006/relationships/image" Target="../media/image22.png" /><Relationship Id="rId28" Type="http://schemas.openxmlformats.org/officeDocument/2006/relationships/image" Target="../media/image27.png" /><Relationship Id="rId10" Type="http://schemas.openxmlformats.org/officeDocument/2006/relationships/image" Target="../media/image9.png" /><Relationship Id="rId19" Type="http://schemas.openxmlformats.org/officeDocument/2006/relationships/image" Target="../media/image18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Relationship Id="rId14" Type="http://schemas.openxmlformats.org/officeDocument/2006/relationships/image" Target="../media/image13.png" /><Relationship Id="rId22" Type="http://schemas.openxmlformats.org/officeDocument/2006/relationships/image" Target="../media/image21.png" /><Relationship Id="rId27" Type="http://schemas.openxmlformats.org/officeDocument/2006/relationships/image" Target="../media/image26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39.png" /><Relationship Id="rId18" Type="http://schemas.openxmlformats.org/officeDocument/2006/relationships/image" Target="../media/image44.png" /><Relationship Id="rId3" Type="http://schemas.openxmlformats.org/officeDocument/2006/relationships/image" Target="../media/image30.png" /><Relationship Id="rId21" Type="http://schemas.openxmlformats.org/officeDocument/2006/relationships/image" Target="../media/image47.png" /><Relationship Id="rId7" Type="http://schemas.openxmlformats.org/officeDocument/2006/relationships/image" Target="../media/image34.png" /><Relationship Id="rId12" Type="http://schemas.openxmlformats.org/officeDocument/2006/relationships/image" Target="../media/image38.png" /><Relationship Id="rId17" Type="http://schemas.openxmlformats.org/officeDocument/2006/relationships/image" Target="../media/image43.png" /><Relationship Id="rId2" Type="http://schemas.openxmlformats.org/officeDocument/2006/relationships/image" Target="../media/image29.png" /><Relationship Id="rId16" Type="http://schemas.openxmlformats.org/officeDocument/2006/relationships/image" Target="../media/image42.png" /><Relationship Id="rId20" Type="http://schemas.openxmlformats.org/officeDocument/2006/relationships/image" Target="../media/image4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3.png" /><Relationship Id="rId11" Type="http://schemas.openxmlformats.org/officeDocument/2006/relationships/image" Target="../media/image37.png" /><Relationship Id="rId5" Type="http://schemas.openxmlformats.org/officeDocument/2006/relationships/image" Target="../media/image32.png" /><Relationship Id="rId15" Type="http://schemas.openxmlformats.org/officeDocument/2006/relationships/image" Target="../media/image41.png" /><Relationship Id="rId23" Type="http://schemas.openxmlformats.org/officeDocument/2006/relationships/image" Target="../media/image49.png" /><Relationship Id="rId10" Type="http://schemas.openxmlformats.org/officeDocument/2006/relationships/image" Target="../media/image36.png" /><Relationship Id="rId19" Type="http://schemas.openxmlformats.org/officeDocument/2006/relationships/image" Target="../media/image45.png" /><Relationship Id="rId4" Type="http://schemas.openxmlformats.org/officeDocument/2006/relationships/image" Target="../media/image31.png" /><Relationship Id="rId9" Type="http://schemas.openxmlformats.org/officeDocument/2006/relationships/image" Target="../media/image26.png" /><Relationship Id="rId14" Type="http://schemas.openxmlformats.org/officeDocument/2006/relationships/image" Target="../media/image40.png" /><Relationship Id="rId22" Type="http://schemas.openxmlformats.org/officeDocument/2006/relationships/image" Target="../media/image48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52.png" /><Relationship Id="rId18" Type="http://schemas.openxmlformats.org/officeDocument/2006/relationships/image" Target="../media/image57.png" /><Relationship Id="rId26" Type="http://schemas.openxmlformats.org/officeDocument/2006/relationships/image" Target="../media/image65.png" /><Relationship Id="rId3" Type="http://schemas.openxmlformats.org/officeDocument/2006/relationships/image" Target="../media/image31.png" /><Relationship Id="rId21" Type="http://schemas.openxmlformats.org/officeDocument/2006/relationships/image" Target="../media/image60.png" /><Relationship Id="rId7" Type="http://schemas.openxmlformats.org/officeDocument/2006/relationships/image" Target="../media/image34.png" /><Relationship Id="rId12" Type="http://schemas.openxmlformats.org/officeDocument/2006/relationships/image" Target="../media/image51.png" /><Relationship Id="rId17" Type="http://schemas.openxmlformats.org/officeDocument/2006/relationships/image" Target="../media/image56.png" /><Relationship Id="rId25" Type="http://schemas.openxmlformats.org/officeDocument/2006/relationships/image" Target="../media/image64.png" /><Relationship Id="rId2" Type="http://schemas.openxmlformats.org/officeDocument/2006/relationships/image" Target="../media/image29.png" /><Relationship Id="rId16" Type="http://schemas.openxmlformats.org/officeDocument/2006/relationships/image" Target="../media/image55.png" /><Relationship Id="rId20" Type="http://schemas.openxmlformats.org/officeDocument/2006/relationships/image" Target="../media/image5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50.png" /><Relationship Id="rId24" Type="http://schemas.openxmlformats.org/officeDocument/2006/relationships/image" Target="../media/image63.png" /><Relationship Id="rId5" Type="http://schemas.openxmlformats.org/officeDocument/2006/relationships/image" Target="../media/image32.png" /><Relationship Id="rId15" Type="http://schemas.openxmlformats.org/officeDocument/2006/relationships/image" Target="../media/image54.png" /><Relationship Id="rId23" Type="http://schemas.openxmlformats.org/officeDocument/2006/relationships/image" Target="../media/image62.png" /><Relationship Id="rId10" Type="http://schemas.openxmlformats.org/officeDocument/2006/relationships/image" Target="../media/image26.png" /><Relationship Id="rId19" Type="http://schemas.openxmlformats.org/officeDocument/2006/relationships/image" Target="../media/image58.png" /><Relationship Id="rId4" Type="http://schemas.openxmlformats.org/officeDocument/2006/relationships/image" Target="../media/image33.png" /><Relationship Id="rId9" Type="http://schemas.openxmlformats.org/officeDocument/2006/relationships/image" Target="../media/image36.png" /><Relationship Id="rId14" Type="http://schemas.openxmlformats.org/officeDocument/2006/relationships/image" Target="../media/image53.png" /><Relationship Id="rId22" Type="http://schemas.openxmlformats.org/officeDocument/2006/relationships/image" Target="../media/image61.png" /><Relationship Id="rId27" Type="http://schemas.openxmlformats.org/officeDocument/2006/relationships/image" Target="../media/image6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 /><Relationship Id="rId13" Type="http://schemas.openxmlformats.org/officeDocument/2006/relationships/image" Target="../media/image39.png" /><Relationship Id="rId18" Type="http://schemas.openxmlformats.org/officeDocument/2006/relationships/image" Target="../media/image77.png" /><Relationship Id="rId26" Type="http://schemas.openxmlformats.org/officeDocument/2006/relationships/image" Target="../media/image85.png" /><Relationship Id="rId3" Type="http://schemas.openxmlformats.org/officeDocument/2006/relationships/image" Target="../media/image33.png" /><Relationship Id="rId21" Type="http://schemas.openxmlformats.org/officeDocument/2006/relationships/image" Target="../media/image80.png" /><Relationship Id="rId34" Type="http://schemas.openxmlformats.org/officeDocument/2006/relationships/image" Target="../media/image93.png" /><Relationship Id="rId7" Type="http://schemas.openxmlformats.org/officeDocument/2006/relationships/image" Target="../media/image67.png" /><Relationship Id="rId12" Type="http://schemas.openxmlformats.org/officeDocument/2006/relationships/image" Target="../media/image72.png" /><Relationship Id="rId17" Type="http://schemas.openxmlformats.org/officeDocument/2006/relationships/image" Target="../media/image76.png" /><Relationship Id="rId25" Type="http://schemas.openxmlformats.org/officeDocument/2006/relationships/image" Target="../media/image84.png" /><Relationship Id="rId33" Type="http://schemas.openxmlformats.org/officeDocument/2006/relationships/image" Target="../media/image92.png" /><Relationship Id="rId2" Type="http://schemas.openxmlformats.org/officeDocument/2006/relationships/image" Target="../media/image29.png" /><Relationship Id="rId16" Type="http://schemas.openxmlformats.org/officeDocument/2006/relationships/image" Target="../media/image75.png" /><Relationship Id="rId20" Type="http://schemas.openxmlformats.org/officeDocument/2006/relationships/image" Target="../media/image79.png" /><Relationship Id="rId29" Type="http://schemas.openxmlformats.org/officeDocument/2006/relationships/image" Target="../media/image8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1.png" /><Relationship Id="rId11" Type="http://schemas.openxmlformats.org/officeDocument/2006/relationships/image" Target="../media/image71.png" /><Relationship Id="rId24" Type="http://schemas.openxmlformats.org/officeDocument/2006/relationships/image" Target="../media/image83.png" /><Relationship Id="rId32" Type="http://schemas.openxmlformats.org/officeDocument/2006/relationships/image" Target="../media/image91.png" /><Relationship Id="rId37" Type="http://schemas.openxmlformats.org/officeDocument/2006/relationships/image" Target="../media/image96.png" /><Relationship Id="rId5" Type="http://schemas.openxmlformats.org/officeDocument/2006/relationships/image" Target="../media/image30.png" /><Relationship Id="rId15" Type="http://schemas.openxmlformats.org/officeDocument/2006/relationships/image" Target="../media/image74.png" /><Relationship Id="rId23" Type="http://schemas.openxmlformats.org/officeDocument/2006/relationships/image" Target="../media/image82.png" /><Relationship Id="rId28" Type="http://schemas.openxmlformats.org/officeDocument/2006/relationships/image" Target="../media/image87.png" /><Relationship Id="rId36" Type="http://schemas.openxmlformats.org/officeDocument/2006/relationships/image" Target="../media/image95.png" /><Relationship Id="rId10" Type="http://schemas.openxmlformats.org/officeDocument/2006/relationships/image" Target="../media/image70.png" /><Relationship Id="rId19" Type="http://schemas.openxmlformats.org/officeDocument/2006/relationships/image" Target="../media/image78.png" /><Relationship Id="rId31" Type="http://schemas.openxmlformats.org/officeDocument/2006/relationships/image" Target="../media/image90.png" /><Relationship Id="rId4" Type="http://schemas.openxmlformats.org/officeDocument/2006/relationships/image" Target="../media/image32.png" /><Relationship Id="rId9" Type="http://schemas.openxmlformats.org/officeDocument/2006/relationships/image" Target="../media/image69.png" /><Relationship Id="rId14" Type="http://schemas.openxmlformats.org/officeDocument/2006/relationships/image" Target="../media/image73.png" /><Relationship Id="rId22" Type="http://schemas.openxmlformats.org/officeDocument/2006/relationships/image" Target="../media/image81.png" /><Relationship Id="rId27" Type="http://schemas.openxmlformats.org/officeDocument/2006/relationships/image" Target="../media/image86.png" /><Relationship Id="rId30" Type="http://schemas.openxmlformats.org/officeDocument/2006/relationships/image" Target="../media/image89.png" /><Relationship Id="rId35" Type="http://schemas.openxmlformats.org/officeDocument/2006/relationships/image" Target="../media/image94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99.png" /><Relationship Id="rId18" Type="http://schemas.openxmlformats.org/officeDocument/2006/relationships/image" Target="../media/image104.png" /><Relationship Id="rId26" Type="http://schemas.openxmlformats.org/officeDocument/2006/relationships/image" Target="../media/image112.png" /><Relationship Id="rId39" Type="http://schemas.openxmlformats.org/officeDocument/2006/relationships/image" Target="../media/image125.png" /><Relationship Id="rId3" Type="http://schemas.openxmlformats.org/officeDocument/2006/relationships/image" Target="../media/image31.png" /><Relationship Id="rId21" Type="http://schemas.openxmlformats.org/officeDocument/2006/relationships/image" Target="../media/image107.png" /><Relationship Id="rId34" Type="http://schemas.openxmlformats.org/officeDocument/2006/relationships/image" Target="../media/image120.png" /><Relationship Id="rId42" Type="http://schemas.openxmlformats.org/officeDocument/2006/relationships/image" Target="../media/image128.png" /><Relationship Id="rId7" Type="http://schemas.openxmlformats.org/officeDocument/2006/relationships/image" Target="../media/image34.png" /><Relationship Id="rId12" Type="http://schemas.openxmlformats.org/officeDocument/2006/relationships/image" Target="../media/image98.png" /><Relationship Id="rId17" Type="http://schemas.openxmlformats.org/officeDocument/2006/relationships/image" Target="../media/image103.png" /><Relationship Id="rId25" Type="http://schemas.openxmlformats.org/officeDocument/2006/relationships/image" Target="../media/image111.png" /><Relationship Id="rId33" Type="http://schemas.openxmlformats.org/officeDocument/2006/relationships/image" Target="../media/image119.png" /><Relationship Id="rId38" Type="http://schemas.openxmlformats.org/officeDocument/2006/relationships/image" Target="../media/image124.png" /><Relationship Id="rId46" Type="http://schemas.openxmlformats.org/officeDocument/2006/relationships/image" Target="../media/image132.png" /><Relationship Id="rId2" Type="http://schemas.openxmlformats.org/officeDocument/2006/relationships/image" Target="../media/image1.png" /><Relationship Id="rId16" Type="http://schemas.openxmlformats.org/officeDocument/2006/relationships/image" Target="../media/image102.png" /><Relationship Id="rId20" Type="http://schemas.openxmlformats.org/officeDocument/2006/relationships/image" Target="../media/image106.png" /><Relationship Id="rId29" Type="http://schemas.openxmlformats.org/officeDocument/2006/relationships/image" Target="../media/image115.png" /><Relationship Id="rId41" Type="http://schemas.openxmlformats.org/officeDocument/2006/relationships/image" Target="../media/image12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97.png" /><Relationship Id="rId24" Type="http://schemas.openxmlformats.org/officeDocument/2006/relationships/image" Target="../media/image110.png" /><Relationship Id="rId32" Type="http://schemas.openxmlformats.org/officeDocument/2006/relationships/image" Target="../media/image118.png" /><Relationship Id="rId37" Type="http://schemas.openxmlformats.org/officeDocument/2006/relationships/image" Target="../media/image123.png" /><Relationship Id="rId40" Type="http://schemas.openxmlformats.org/officeDocument/2006/relationships/image" Target="../media/image126.png" /><Relationship Id="rId45" Type="http://schemas.openxmlformats.org/officeDocument/2006/relationships/image" Target="../media/image131.png" /><Relationship Id="rId5" Type="http://schemas.openxmlformats.org/officeDocument/2006/relationships/image" Target="../media/image32.png" /><Relationship Id="rId15" Type="http://schemas.openxmlformats.org/officeDocument/2006/relationships/image" Target="../media/image101.png" /><Relationship Id="rId23" Type="http://schemas.openxmlformats.org/officeDocument/2006/relationships/image" Target="../media/image109.png" /><Relationship Id="rId28" Type="http://schemas.openxmlformats.org/officeDocument/2006/relationships/image" Target="../media/image114.png" /><Relationship Id="rId36" Type="http://schemas.openxmlformats.org/officeDocument/2006/relationships/image" Target="../media/image122.png" /><Relationship Id="rId10" Type="http://schemas.openxmlformats.org/officeDocument/2006/relationships/image" Target="../media/image36.png" /><Relationship Id="rId19" Type="http://schemas.openxmlformats.org/officeDocument/2006/relationships/image" Target="../media/image105.png" /><Relationship Id="rId31" Type="http://schemas.openxmlformats.org/officeDocument/2006/relationships/image" Target="../media/image117.png" /><Relationship Id="rId44" Type="http://schemas.openxmlformats.org/officeDocument/2006/relationships/image" Target="../media/image130.png" /><Relationship Id="rId4" Type="http://schemas.openxmlformats.org/officeDocument/2006/relationships/image" Target="../media/image33.png" /><Relationship Id="rId9" Type="http://schemas.openxmlformats.org/officeDocument/2006/relationships/image" Target="../media/image26.png" /><Relationship Id="rId14" Type="http://schemas.openxmlformats.org/officeDocument/2006/relationships/image" Target="../media/image100.png" /><Relationship Id="rId22" Type="http://schemas.openxmlformats.org/officeDocument/2006/relationships/image" Target="../media/image108.png" /><Relationship Id="rId27" Type="http://schemas.openxmlformats.org/officeDocument/2006/relationships/image" Target="../media/image113.png" /><Relationship Id="rId30" Type="http://schemas.openxmlformats.org/officeDocument/2006/relationships/image" Target="../media/image116.png" /><Relationship Id="rId35" Type="http://schemas.openxmlformats.org/officeDocument/2006/relationships/image" Target="../media/image121.png" /><Relationship Id="rId43" Type="http://schemas.openxmlformats.org/officeDocument/2006/relationships/image" Target="../media/image129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 /><Relationship Id="rId13" Type="http://schemas.openxmlformats.org/officeDocument/2006/relationships/image" Target="../media/image139.png" /><Relationship Id="rId18" Type="http://schemas.openxmlformats.org/officeDocument/2006/relationships/image" Target="../media/image144.png" /><Relationship Id="rId26" Type="http://schemas.openxmlformats.org/officeDocument/2006/relationships/image" Target="../media/image152.png" /><Relationship Id="rId3" Type="http://schemas.openxmlformats.org/officeDocument/2006/relationships/image" Target="../media/image31.png" /><Relationship Id="rId21" Type="http://schemas.openxmlformats.org/officeDocument/2006/relationships/image" Target="../media/image147.png" /><Relationship Id="rId34" Type="http://schemas.openxmlformats.org/officeDocument/2006/relationships/image" Target="../media/image160.png" /><Relationship Id="rId7" Type="http://schemas.openxmlformats.org/officeDocument/2006/relationships/image" Target="../media/image133.png" /><Relationship Id="rId12" Type="http://schemas.openxmlformats.org/officeDocument/2006/relationships/image" Target="../media/image138.png" /><Relationship Id="rId17" Type="http://schemas.openxmlformats.org/officeDocument/2006/relationships/image" Target="../media/image143.png" /><Relationship Id="rId25" Type="http://schemas.openxmlformats.org/officeDocument/2006/relationships/image" Target="../media/image151.png" /><Relationship Id="rId33" Type="http://schemas.openxmlformats.org/officeDocument/2006/relationships/image" Target="../media/image159.png" /><Relationship Id="rId2" Type="http://schemas.openxmlformats.org/officeDocument/2006/relationships/image" Target="../media/image29.png" /><Relationship Id="rId16" Type="http://schemas.openxmlformats.org/officeDocument/2006/relationships/image" Target="../media/image142.png" /><Relationship Id="rId20" Type="http://schemas.openxmlformats.org/officeDocument/2006/relationships/image" Target="../media/image146.png" /><Relationship Id="rId29" Type="http://schemas.openxmlformats.org/officeDocument/2006/relationships/image" Target="../media/image15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137.png" /><Relationship Id="rId24" Type="http://schemas.openxmlformats.org/officeDocument/2006/relationships/image" Target="../media/image150.png" /><Relationship Id="rId32" Type="http://schemas.openxmlformats.org/officeDocument/2006/relationships/image" Target="../media/image158.png" /><Relationship Id="rId37" Type="http://schemas.openxmlformats.org/officeDocument/2006/relationships/image" Target="../media/image163.png" /><Relationship Id="rId5" Type="http://schemas.openxmlformats.org/officeDocument/2006/relationships/image" Target="../media/image32.png" /><Relationship Id="rId15" Type="http://schemas.openxmlformats.org/officeDocument/2006/relationships/image" Target="../media/image141.png" /><Relationship Id="rId23" Type="http://schemas.openxmlformats.org/officeDocument/2006/relationships/image" Target="../media/image149.png" /><Relationship Id="rId28" Type="http://schemas.openxmlformats.org/officeDocument/2006/relationships/image" Target="../media/image154.png" /><Relationship Id="rId36" Type="http://schemas.openxmlformats.org/officeDocument/2006/relationships/image" Target="../media/image162.png" /><Relationship Id="rId10" Type="http://schemas.openxmlformats.org/officeDocument/2006/relationships/image" Target="../media/image136.png" /><Relationship Id="rId19" Type="http://schemas.openxmlformats.org/officeDocument/2006/relationships/image" Target="../media/image145.png" /><Relationship Id="rId31" Type="http://schemas.openxmlformats.org/officeDocument/2006/relationships/image" Target="../media/image157.png" /><Relationship Id="rId4" Type="http://schemas.openxmlformats.org/officeDocument/2006/relationships/image" Target="../media/image33.png" /><Relationship Id="rId9" Type="http://schemas.openxmlformats.org/officeDocument/2006/relationships/image" Target="../media/image135.png" /><Relationship Id="rId14" Type="http://schemas.openxmlformats.org/officeDocument/2006/relationships/image" Target="../media/image140.png" /><Relationship Id="rId22" Type="http://schemas.openxmlformats.org/officeDocument/2006/relationships/image" Target="../media/image148.png" /><Relationship Id="rId27" Type="http://schemas.openxmlformats.org/officeDocument/2006/relationships/image" Target="../media/image153.png" /><Relationship Id="rId30" Type="http://schemas.openxmlformats.org/officeDocument/2006/relationships/image" Target="../media/image156.png" /><Relationship Id="rId35" Type="http://schemas.openxmlformats.org/officeDocument/2006/relationships/image" Target="../media/image161.png" 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6.png" /><Relationship Id="rId18" Type="http://schemas.openxmlformats.org/officeDocument/2006/relationships/image" Target="../media/image171.png" /><Relationship Id="rId26" Type="http://schemas.openxmlformats.org/officeDocument/2006/relationships/image" Target="../media/image179.png" /><Relationship Id="rId39" Type="http://schemas.openxmlformats.org/officeDocument/2006/relationships/image" Target="../media/image192.png" /><Relationship Id="rId21" Type="http://schemas.openxmlformats.org/officeDocument/2006/relationships/image" Target="../media/image174.png" /><Relationship Id="rId34" Type="http://schemas.openxmlformats.org/officeDocument/2006/relationships/image" Target="../media/image187.png" /><Relationship Id="rId42" Type="http://schemas.openxmlformats.org/officeDocument/2006/relationships/image" Target="../media/image195.png" /><Relationship Id="rId47" Type="http://schemas.openxmlformats.org/officeDocument/2006/relationships/image" Target="../media/image200.png" /><Relationship Id="rId50" Type="http://schemas.openxmlformats.org/officeDocument/2006/relationships/image" Target="../media/image203.png" /><Relationship Id="rId55" Type="http://schemas.openxmlformats.org/officeDocument/2006/relationships/image" Target="../media/image208.png" /><Relationship Id="rId7" Type="http://schemas.openxmlformats.org/officeDocument/2006/relationships/image" Target="../media/image67.png" /><Relationship Id="rId12" Type="http://schemas.openxmlformats.org/officeDocument/2006/relationships/image" Target="../media/image165.png" /><Relationship Id="rId17" Type="http://schemas.openxmlformats.org/officeDocument/2006/relationships/image" Target="../media/image170.png" /><Relationship Id="rId25" Type="http://schemas.openxmlformats.org/officeDocument/2006/relationships/image" Target="../media/image178.png" /><Relationship Id="rId33" Type="http://schemas.openxmlformats.org/officeDocument/2006/relationships/image" Target="../media/image186.png" /><Relationship Id="rId38" Type="http://schemas.openxmlformats.org/officeDocument/2006/relationships/image" Target="../media/image191.png" /><Relationship Id="rId46" Type="http://schemas.openxmlformats.org/officeDocument/2006/relationships/image" Target="../media/image199.png" /><Relationship Id="rId59" Type="http://schemas.openxmlformats.org/officeDocument/2006/relationships/image" Target="../media/image212.png" /><Relationship Id="rId2" Type="http://schemas.openxmlformats.org/officeDocument/2006/relationships/image" Target="../media/image1.png" /><Relationship Id="rId16" Type="http://schemas.openxmlformats.org/officeDocument/2006/relationships/image" Target="../media/image169.png" /><Relationship Id="rId20" Type="http://schemas.openxmlformats.org/officeDocument/2006/relationships/image" Target="../media/image173.png" /><Relationship Id="rId29" Type="http://schemas.openxmlformats.org/officeDocument/2006/relationships/image" Target="../media/image182.png" /><Relationship Id="rId41" Type="http://schemas.openxmlformats.org/officeDocument/2006/relationships/image" Target="../media/image194.png" /><Relationship Id="rId54" Type="http://schemas.openxmlformats.org/officeDocument/2006/relationships/image" Target="../media/image20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1.png" /><Relationship Id="rId11" Type="http://schemas.openxmlformats.org/officeDocument/2006/relationships/image" Target="../media/image164.png" /><Relationship Id="rId24" Type="http://schemas.openxmlformats.org/officeDocument/2006/relationships/image" Target="../media/image177.png" /><Relationship Id="rId32" Type="http://schemas.openxmlformats.org/officeDocument/2006/relationships/image" Target="../media/image185.png" /><Relationship Id="rId37" Type="http://schemas.openxmlformats.org/officeDocument/2006/relationships/image" Target="../media/image190.png" /><Relationship Id="rId40" Type="http://schemas.openxmlformats.org/officeDocument/2006/relationships/image" Target="../media/image193.png" /><Relationship Id="rId45" Type="http://schemas.openxmlformats.org/officeDocument/2006/relationships/image" Target="../media/image198.png" /><Relationship Id="rId53" Type="http://schemas.openxmlformats.org/officeDocument/2006/relationships/image" Target="../media/image206.png" /><Relationship Id="rId58" Type="http://schemas.openxmlformats.org/officeDocument/2006/relationships/image" Target="../media/image211.png" /><Relationship Id="rId5" Type="http://schemas.openxmlformats.org/officeDocument/2006/relationships/image" Target="../media/image30.png" /><Relationship Id="rId15" Type="http://schemas.openxmlformats.org/officeDocument/2006/relationships/image" Target="../media/image168.png" /><Relationship Id="rId23" Type="http://schemas.openxmlformats.org/officeDocument/2006/relationships/image" Target="../media/image176.png" /><Relationship Id="rId28" Type="http://schemas.openxmlformats.org/officeDocument/2006/relationships/image" Target="../media/image181.png" /><Relationship Id="rId36" Type="http://schemas.openxmlformats.org/officeDocument/2006/relationships/image" Target="../media/image189.png" /><Relationship Id="rId49" Type="http://schemas.openxmlformats.org/officeDocument/2006/relationships/image" Target="../media/image202.png" /><Relationship Id="rId57" Type="http://schemas.openxmlformats.org/officeDocument/2006/relationships/image" Target="../media/image210.png" /><Relationship Id="rId10" Type="http://schemas.openxmlformats.org/officeDocument/2006/relationships/image" Target="../media/image68.png" /><Relationship Id="rId19" Type="http://schemas.openxmlformats.org/officeDocument/2006/relationships/image" Target="../media/image172.png" /><Relationship Id="rId31" Type="http://schemas.openxmlformats.org/officeDocument/2006/relationships/image" Target="../media/image184.png" /><Relationship Id="rId44" Type="http://schemas.openxmlformats.org/officeDocument/2006/relationships/image" Target="../media/image197.png" /><Relationship Id="rId52" Type="http://schemas.openxmlformats.org/officeDocument/2006/relationships/image" Target="../media/image205.png" /><Relationship Id="rId60" Type="http://schemas.openxmlformats.org/officeDocument/2006/relationships/image" Target="../media/image213.png" /><Relationship Id="rId4" Type="http://schemas.openxmlformats.org/officeDocument/2006/relationships/image" Target="../media/image32.png" /><Relationship Id="rId9" Type="http://schemas.openxmlformats.org/officeDocument/2006/relationships/image" Target="../media/image69.png" /><Relationship Id="rId14" Type="http://schemas.openxmlformats.org/officeDocument/2006/relationships/image" Target="../media/image167.png" /><Relationship Id="rId22" Type="http://schemas.openxmlformats.org/officeDocument/2006/relationships/image" Target="../media/image175.png" /><Relationship Id="rId27" Type="http://schemas.openxmlformats.org/officeDocument/2006/relationships/image" Target="../media/image180.png" /><Relationship Id="rId30" Type="http://schemas.openxmlformats.org/officeDocument/2006/relationships/image" Target="../media/image183.png" /><Relationship Id="rId35" Type="http://schemas.openxmlformats.org/officeDocument/2006/relationships/image" Target="../media/image188.png" /><Relationship Id="rId43" Type="http://schemas.openxmlformats.org/officeDocument/2006/relationships/image" Target="../media/image196.png" /><Relationship Id="rId48" Type="http://schemas.openxmlformats.org/officeDocument/2006/relationships/image" Target="../media/image201.png" /><Relationship Id="rId56" Type="http://schemas.openxmlformats.org/officeDocument/2006/relationships/image" Target="../media/image209.png" /><Relationship Id="rId8" Type="http://schemas.openxmlformats.org/officeDocument/2006/relationships/image" Target="../media/image70.png" /><Relationship Id="rId51" Type="http://schemas.openxmlformats.org/officeDocument/2006/relationships/image" Target="../media/image204.png" /><Relationship Id="rId3" Type="http://schemas.openxmlformats.org/officeDocument/2006/relationships/image" Target="../media/image33.png" 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 /><Relationship Id="rId18" Type="http://schemas.openxmlformats.org/officeDocument/2006/relationships/image" Target="../media/image221.png" /><Relationship Id="rId26" Type="http://schemas.openxmlformats.org/officeDocument/2006/relationships/image" Target="../media/image229.png" /><Relationship Id="rId39" Type="http://schemas.openxmlformats.org/officeDocument/2006/relationships/image" Target="../media/image242.png" /><Relationship Id="rId3" Type="http://schemas.openxmlformats.org/officeDocument/2006/relationships/image" Target="../media/image31.png" /><Relationship Id="rId21" Type="http://schemas.openxmlformats.org/officeDocument/2006/relationships/image" Target="../media/image224.png" /><Relationship Id="rId34" Type="http://schemas.openxmlformats.org/officeDocument/2006/relationships/image" Target="../media/image237.png" /><Relationship Id="rId42" Type="http://schemas.openxmlformats.org/officeDocument/2006/relationships/image" Target="../media/image245.png" /><Relationship Id="rId47" Type="http://schemas.openxmlformats.org/officeDocument/2006/relationships/image" Target="../media/image250.png" /><Relationship Id="rId50" Type="http://schemas.openxmlformats.org/officeDocument/2006/relationships/image" Target="../media/image253.png" /><Relationship Id="rId7" Type="http://schemas.openxmlformats.org/officeDocument/2006/relationships/image" Target="../media/image34.png" /><Relationship Id="rId12" Type="http://schemas.openxmlformats.org/officeDocument/2006/relationships/image" Target="../media/image215.png" /><Relationship Id="rId17" Type="http://schemas.openxmlformats.org/officeDocument/2006/relationships/image" Target="../media/image220.png" /><Relationship Id="rId25" Type="http://schemas.openxmlformats.org/officeDocument/2006/relationships/image" Target="../media/image228.png" /><Relationship Id="rId33" Type="http://schemas.openxmlformats.org/officeDocument/2006/relationships/image" Target="../media/image236.png" /><Relationship Id="rId38" Type="http://schemas.openxmlformats.org/officeDocument/2006/relationships/image" Target="../media/image241.png" /><Relationship Id="rId46" Type="http://schemas.openxmlformats.org/officeDocument/2006/relationships/image" Target="../media/image249.png" /><Relationship Id="rId2" Type="http://schemas.openxmlformats.org/officeDocument/2006/relationships/image" Target="../media/image29.png" /><Relationship Id="rId16" Type="http://schemas.openxmlformats.org/officeDocument/2006/relationships/image" Target="../media/image219.png" /><Relationship Id="rId20" Type="http://schemas.openxmlformats.org/officeDocument/2006/relationships/image" Target="../media/image223.png" /><Relationship Id="rId29" Type="http://schemas.openxmlformats.org/officeDocument/2006/relationships/image" Target="../media/image232.png" /><Relationship Id="rId41" Type="http://schemas.openxmlformats.org/officeDocument/2006/relationships/image" Target="../media/image24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214.png" /><Relationship Id="rId24" Type="http://schemas.openxmlformats.org/officeDocument/2006/relationships/image" Target="../media/image227.png" /><Relationship Id="rId32" Type="http://schemas.openxmlformats.org/officeDocument/2006/relationships/image" Target="../media/image235.png" /><Relationship Id="rId37" Type="http://schemas.openxmlformats.org/officeDocument/2006/relationships/image" Target="../media/image240.png" /><Relationship Id="rId40" Type="http://schemas.openxmlformats.org/officeDocument/2006/relationships/image" Target="../media/image243.png" /><Relationship Id="rId45" Type="http://schemas.openxmlformats.org/officeDocument/2006/relationships/image" Target="../media/image248.png" /><Relationship Id="rId5" Type="http://schemas.openxmlformats.org/officeDocument/2006/relationships/image" Target="../media/image32.png" /><Relationship Id="rId15" Type="http://schemas.openxmlformats.org/officeDocument/2006/relationships/image" Target="../media/image218.png" /><Relationship Id="rId23" Type="http://schemas.openxmlformats.org/officeDocument/2006/relationships/image" Target="../media/image226.png" /><Relationship Id="rId28" Type="http://schemas.openxmlformats.org/officeDocument/2006/relationships/image" Target="../media/image231.png" /><Relationship Id="rId36" Type="http://schemas.openxmlformats.org/officeDocument/2006/relationships/image" Target="../media/image239.png" /><Relationship Id="rId49" Type="http://schemas.openxmlformats.org/officeDocument/2006/relationships/image" Target="../media/image252.png" /><Relationship Id="rId10" Type="http://schemas.openxmlformats.org/officeDocument/2006/relationships/image" Target="../media/image36.png" /><Relationship Id="rId19" Type="http://schemas.openxmlformats.org/officeDocument/2006/relationships/image" Target="../media/image222.png" /><Relationship Id="rId31" Type="http://schemas.openxmlformats.org/officeDocument/2006/relationships/image" Target="../media/image234.png" /><Relationship Id="rId44" Type="http://schemas.openxmlformats.org/officeDocument/2006/relationships/image" Target="../media/image247.png" /><Relationship Id="rId4" Type="http://schemas.openxmlformats.org/officeDocument/2006/relationships/image" Target="../media/image33.png" /><Relationship Id="rId9" Type="http://schemas.openxmlformats.org/officeDocument/2006/relationships/image" Target="../media/image26.png" /><Relationship Id="rId14" Type="http://schemas.openxmlformats.org/officeDocument/2006/relationships/image" Target="../media/image217.png" /><Relationship Id="rId22" Type="http://schemas.openxmlformats.org/officeDocument/2006/relationships/image" Target="../media/image225.png" /><Relationship Id="rId27" Type="http://schemas.openxmlformats.org/officeDocument/2006/relationships/image" Target="../media/image230.png" /><Relationship Id="rId30" Type="http://schemas.openxmlformats.org/officeDocument/2006/relationships/image" Target="../media/image233.png" /><Relationship Id="rId35" Type="http://schemas.openxmlformats.org/officeDocument/2006/relationships/image" Target="../media/image238.png" /><Relationship Id="rId43" Type="http://schemas.openxmlformats.org/officeDocument/2006/relationships/image" Target="../media/image246.png" /><Relationship Id="rId48" Type="http://schemas.openxmlformats.org/officeDocument/2006/relationships/image" Target="../media/image251.png" /><Relationship Id="rId8" Type="http://schemas.openxmlformats.org/officeDocument/2006/relationships/image" Target="../media/image35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 /><Relationship Id="rId13" Type="http://schemas.openxmlformats.org/officeDocument/2006/relationships/image" Target="../media/image256.png" /><Relationship Id="rId18" Type="http://schemas.openxmlformats.org/officeDocument/2006/relationships/image" Target="../media/image261.png" /><Relationship Id="rId3" Type="http://schemas.openxmlformats.org/officeDocument/2006/relationships/image" Target="../media/image32.png" /><Relationship Id="rId21" Type="http://schemas.openxmlformats.org/officeDocument/2006/relationships/image" Target="../media/image264.png" /><Relationship Id="rId7" Type="http://schemas.openxmlformats.org/officeDocument/2006/relationships/image" Target="../media/image67.png" /><Relationship Id="rId12" Type="http://schemas.openxmlformats.org/officeDocument/2006/relationships/image" Target="../media/image255.png" /><Relationship Id="rId17" Type="http://schemas.openxmlformats.org/officeDocument/2006/relationships/image" Target="../media/image260.png" /><Relationship Id="rId25" Type="http://schemas.openxmlformats.org/officeDocument/2006/relationships/image" Target="../media/image268.png" /><Relationship Id="rId2" Type="http://schemas.openxmlformats.org/officeDocument/2006/relationships/image" Target="../media/image29.png" /><Relationship Id="rId16" Type="http://schemas.openxmlformats.org/officeDocument/2006/relationships/image" Target="../media/image259.png" /><Relationship Id="rId20" Type="http://schemas.openxmlformats.org/officeDocument/2006/relationships/image" Target="../media/image26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3.png" /><Relationship Id="rId11" Type="http://schemas.openxmlformats.org/officeDocument/2006/relationships/image" Target="../media/image254.png" /><Relationship Id="rId24" Type="http://schemas.openxmlformats.org/officeDocument/2006/relationships/image" Target="../media/image267.png" /><Relationship Id="rId5" Type="http://schemas.openxmlformats.org/officeDocument/2006/relationships/image" Target="../media/image31.png" /><Relationship Id="rId15" Type="http://schemas.openxmlformats.org/officeDocument/2006/relationships/image" Target="../media/image258.png" /><Relationship Id="rId23" Type="http://schemas.openxmlformats.org/officeDocument/2006/relationships/image" Target="../media/image266.png" /><Relationship Id="rId10" Type="http://schemas.openxmlformats.org/officeDocument/2006/relationships/image" Target="../media/image68.png" /><Relationship Id="rId19" Type="http://schemas.openxmlformats.org/officeDocument/2006/relationships/image" Target="../media/image262.png" /><Relationship Id="rId4" Type="http://schemas.openxmlformats.org/officeDocument/2006/relationships/image" Target="../media/image30.png" /><Relationship Id="rId9" Type="http://schemas.openxmlformats.org/officeDocument/2006/relationships/image" Target="../media/image69.png" /><Relationship Id="rId14" Type="http://schemas.openxmlformats.org/officeDocument/2006/relationships/image" Target="../media/image257.png" /><Relationship Id="rId22" Type="http://schemas.openxmlformats.org/officeDocument/2006/relationships/image" Target="../media/image265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271.png" /><Relationship Id="rId18" Type="http://schemas.openxmlformats.org/officeDocument/2006/relationships/image" Target="../media/image276.png" /><Relationship Id="rId26" Type="http://schemas.openxmlformats.org/officeDocument/2006/relationships/image" Target="../media/image284.png" /><Relationship Id="rId39" Type="http://schemas.openxmlformats.org/officeDocument/2006/relationships/image" Target="../media/image297.png" /><Relationship Id="rId3" Type="http://schemas.openxmlformats.org/officeDocument/2006/relationships/image" Target="../media/image31.png" /><Relationship Id="rId21" Type="http://schemas.openxmlformats.org/officeDocument/2006/relationships/image" Target="../media/image279.png" /><Relationship Id="rId34" Type="http://schemas.openxmlformats.org/officeDocument/2006/relationships/image" Target="../media/image292.png" /><Relationship Id="rId42" Type="http://schemas.openxmlformats.org/officeDocument/2006/relationships/image" Target="../media/image300.png" /><Relationship Id="rId7" Type="http://schemas.openxmlformats.org/officeDocument/2006/relationships/image" Target="../media/image34.png" /><Relationship Id="rId12" Type="http://schemas.openxmlformats.org/officeDocument/2006/relationships/image" Target="../media/image270.png" /><Relationship Id="rId17" Type="http://schemas.openxmlformats.org/officeDocument/2006/relationships/image" Target="../media/image275.png" /><Relationship Id="rId25" Type="http://schemas.openxmlformats.org/officeDocument/2006/relationships/image" Target="../media/image283.png" /><Relationship Id="rId33" Type="http://schemas.openxmlformats.org/officeDocument/2006/relationships/image" Target="../media/image291.png" /><Relationship Id="rId38" Type="http://schemas.openxmlformats.org/officeDocument/2006/relationships/image" Target="../media/image296.png" /><Relationship Id="rId46" Type="http://schemas.openxmlformats.org/officeDocument/2006/relationships/image" Target="../media/image304.png" /><Relationship Id="rId2" Type="http://schemas.openxmlformats.org/officeDocument/2006/relationships/image" Target="../media/image29.png" /><Relationship Id="rId16" Type="http://schemas.openxmlformats.org/officeDocument/2006/relationships/image" Target="../media/image274.png" /><Relationship Id="rId20" Type="http://schemas.openxmlformats.org/officeDocument/2006/relationships/image" Target="../media/image278.png" /><Relationship Id="rId29" Type="http://schemas.openxmlformats.org/officeDocument/2006/relationships/image" Target="../media/image287.png" /><Relationship Id="rId41" Type="http://schemas.openxmlformats.org/officeDocument/2006/relationships/image" Target="../media/image29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11" Type="http://schemas.openxmlformats.org/officeDocument/2006/relationships/image" Target="../media/image269.png" /><Relationship Id="rId24" Type="http://schemas.openxmlformats.org/officeDocument/2006/relationships/image" Target="../media/image282.png" /><Relationship Id="rId32" Type="http://schemas.openxmlformats.org/officeDocument/2006/relationships/image" Target="../media/image290.png" /><Relationship Id="rId37" Type="http://schemas.openxmlformats.org/officeDocument/2006/relationships/image" Target="../media/image295.png" /><Relationship Id="rId40" Type="http://schemas.openxmlformats.org/officeDocument/2006/relationships/image" Target="../media/image298.png" /><Relationship Id="rId45" Type="http://schemas.openxmlformats.org/officeDocument/2006/relationships/image" Target="../media/image303.png" /><Relationship Id="rId5" Type="http://schemas.openxmlformats.org/officeDocument/2006/relationships/image" Target="../media/image32.png" /><Relationship Id="rId15" Type="http://schemas.openxmlformats.org/officeDocument/2006/relationships/image" Target="../media/image273.png" /><Relationship Id="rId23" Type="http://schemas.openxmlformats.org/officeDocument/2006/relationships/image" Target="../media/image281.png" /><Relationship Id="rId28" Type="http://schemas.openxmlformats.org/officeDocument/2006/relationships/image" Target="../media/image286.png" /><Relationship Id="rId36" Type="http://schemas.openxmlformats.org/officeDocument/2006/relationships/image" Target="../media/image294.png" /><Relationship Id="rId10" Type="http://schemas.openxmlformats.org/officeDocument/2006/relationships/image" Target="../media/image36.png" /><Relationship Id="rId19" Type="http://schemas.openxmlformats.org/officeDocument/2006/relationships/image" Target="../media/image277.png" /><Relationship Id="rId31" Type="http://schemas.openxmlformats.org/officeDocument/2006/relationships/image" Target="../media/image289.png" /><Relationship Id="rId44" Type="http://schemas.openxmlformats.org/officeDocument/2006/relationships/image" Target="../media/image302.png" /><Relationship Id="rId4" Type="http://schemas.openxmlformats.org/officeDocument/2006/relationships/image" Target="../media/image33.png" /><Relationship Id="rId9" Type="http://schemas.openxmlformats.org/officeDocument/2006/relationships/image" Target="../media/image26.png" /><Relationship Id="rId14" Type="http://schemas.openxmlformats.org/officeDocument/2006/relationships/image" Target="../media/image272.png" /><Relationship Id="rId22" Type="http://schemas.openxmlformats.org/officeDocument/2006/relationships/image" Target="../media/image280.png" /><Relationship Id="rId27" Type="http://schemas.openxmlformats.org/officeDocument/2006/relationships/image" Target="../media/image285.png" /><Relationship Id="rId30" Type="http://schemas.openxmlformats.org/officeDocument/2006/relationships/image" Target="../media/image288.png" /><Relationship Id="rId35" Type="http://schemas.openxmlformats.org/officeDocument/2006/relationships/image" Target="../media/image293.png" /><Relationship Id="rId43" Type="http://schemas.openxmlformats.org/officeDocument/2006/relationships/image" Target="../media/image301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 /><Relationship Id="rId13" Type="http://schemas.openxmlformats.org/officeDocument/2006/relationships/image" Target="../media/image314.png" /><Relationship Id="rId3" Type="http://schemas.openxmlformats.org/officeDocument/2006/relationships/image" Target="../media/image305.png" /><Relationship Id="rId7" Type="http://schemas.openxmlformats.org/officeDocument/2006/relationships/image" Target="../media/image308.png" /><Relationship Id="rId12" Type="http://schemas.openxmlformats.org/officeDocument/2006/relationships/image" Target="../media/image31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7.png" /><Relationship Id="rId11" Type="http://schemas.openxmlformats.org/officeDocument/2006/relationships/image" Target="../media/image312.png" /><Relationship Id="rId5" Type="http://schemas.openxmlformats.org/officeDocument/2006/relationships/image" Target="../media/image306.png" /><Relationship Id="rId10" Type="http://schemas.openxmlformats.org/officeDocument/2006/relationships/image" Target="../media/image311.png" /><Relationship Id="rId4" Type="http://schemas.openxmlformats.org/officeDocument/2006/relationships/image" Target="../media/image31.png" /><Relationship Id="rId9" Type="http://schemas.openxmlformats.org/officeDocument/2006/relationships/image" Target="../media/image310.png" /><Relationship Id="rId14" Type="http://schemas.openxmlformats.org/officeDocument/2006/relationships/image" Target="../media/image31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00" y="546100"/>
            <a:ext cx="1835150" cy="1835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47950"/>
            <a:ext cx="1841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450" y="2641600"/>
            <a:ext cx="196850" cy="203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050" y="2647950"/>
            <a:ext cx="1841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2641600"/>
            <a:ext cx="196850" cy="203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1300" y="264795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4950" y="2641600"/>
            <a:ext cx="203200" cy="203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200400"/>
            <a:ext cx="184150" cy="184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4450" y="3194050"/>
            <a:ext cx="196850" cy="196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1050" y="3200400"/>
            <a:ext cx="184150" cy="1841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4700" y="3194050"/>
            <a:ext cx="196850" cy="196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61300" y="3200400"/>
            <a:ext cx="190500" cy="1841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4950" y="3194050"/>
            <a:ext cx="203200" cy="1968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7500" y="4159250"/>
            <a:ext cx="1009650" cy="349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1150" y="4152900"/>
            <a:ext cx="1022350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7000" y="4159250"/>
            <a:ext cx="1009650" cy="349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90650" y="4152900"/>
            <a:ext cx="10223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76500" y="4159250"/>
            <a:ext cx="1009650" cy="349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70150" y="4152900"/>
            <a:ext cx="1022350" cy="3619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56000" y="4159250"/>
            <a:ext cx="1009650" cy="349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49650" y="4152900"/>
            <a:ext cx="1022350" cy="361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35500" y="4159250"/>
            <a:ext cx="1009650" cy="3492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29150" y="4152900"/>
            <a:ext cx="1022350" cy="361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676910"/>
            <a:ext cx="1715770" cy="166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100">
                <a:solidFill>
                  <a:srgbClr val="00C9A7"/>
                </a:solidFill>
                <a:latin typeface="Calibri"/>
              </a:rPr>
              <a:t>A I - B A S E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348740"/>
            <a:ext cx="3648710" cy="36702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400" b="1" spc="-100">
                <a:solidFill>
                  <a:srgbClr val="FFFFFF"/>
                </a:solidFill>
                <a:latin typeface="Calibri"/>
              </a:rPr>
              <a:t>HAND GESTURE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50" y="6350"/>
          <a:ext cx="158750" cy="513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0800">
                <a:tc>
                  <a:txBody>
                    <a:bodyPr/>
                    <a:lstStyle/>
                    <a:p>
                      <a:pPr>
                        <a:lnSpc>
                          <a:spcPts val="40350"/>
                        </a:lnSpc>
                      </a:pPr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rgbClr val="00C8A7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C8A7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C8A7">
                          <a:alpha val="100000"/>
                        </a:srgbClr>
                      </a:solidFill>
                    </a:lnT>
                    <a:lnB w="3174" cap="flat" cmpd="sng" algn="ctr">
                      <a:solidFill>
                        <a:srgbClr val="00C8A7">
                          <a:alpha val="100000"/>
                        </a:srgbClr>
                      </a:solidFill>
                    </a:lnB>
                    <a:solidFill>
                      <a:srgbClr val="00C8A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2832100"/>
            <a:ext cx="1865630" cy="1917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150" i="1" spc="-100">
                <a:solidFill>
                  <a:srgbClr val="4FA3E0"/>
                </a:solidFill>
                <a:latin typeface="Calibri"/>
              </a:rPr>
              <a:t>Multi-Functional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78860"/>
            <a:ext cx="4738370" cy="1409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50" i="1" spc="-100">
                <a:solidFill>
                  <a:srgbClr val="D6E4F0"/>
                </a:solidFill>
                <a:latin typeface="Calibri"/>
              </a:rPr>
              <a:t>Real-Time Touchless Human–Computer Interaction via Computer 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030" y="4298950"/>
            <a:ext cx="403860" cy="977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 spc="-100">
                <a:solidFill>
                  <a:srgbClr val="FFFFFF"/>
                </a:solidFill>
                <a:latin typeface="Calibri"/>
              </a:rPr>
              <a:t>OpenCV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4489" y="4293870"/>
            <a:ext cx="535940" cy="1028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 spc="-100">
                <a:solidFill>
                  <a:srgbClr val="FFFFFF"/>
                </a:solidFill>
                <a:latin typeface="Calibri"/>
              </a:rPr>
              <a:t>MediaPipe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6370" y="4298950"/>
            <a:ext cx="549909" cy="977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 spc="-100">
                <a:solidFill>
                  <a:srgbClr val="FFFFFF"/>
                </a:solidFill>
                <a:latin typeface="Calibri"/>
              </a:rPr>
              <a:t>PyAutoGUI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4020" y="4847590"/>
            <a:ext cx="3235960" cy="111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50" spc="-100">
                <a:solidFill>
                  <a:srgbClr val="64748B"/>
                </a:solidFill>
                <a:latin typeface="Calibri"/>
              </a:rPr>
              <a:t>Department of Computer Science &amp; Engineering | 2025–2026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8100" y="4293870"/>
            <a:ext cx="425450" cy="1028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 spc="-100">
                <a:solidFill>
                  <a:srgbClr val="FFFFFF"/>
                </a:solidFill>
                <a:latin typeface="Calibri"/>
              </a:rPr>
              <a:t>VPython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3160" y="4293870"/>
            <a:ext cx="354329" cy="1028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 spc="-10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943600" y="6350"/>
          <a:ext cx="3194050" cy="513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0800">
                <a:tc>
                  <a:txBody>
                    <a:bodyPr/>
                    <a:lstStyle/>
                    <a:p>
                      <a:pPr>
                        <a:lnSpc>
                          <a:spcPts val="40350"/>
                        </a:lnSpc>
                      </a:pPr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1A395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1A395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1A395C">
                          <a:alpha val="100000"/>
                        </a:srgbClr>
                      </a:solidFill>
                    </a:lnT>
                    <a:lnB w="3174" cap="flat" cmpd="sng" algn="ctr">
                      <a:solidFill>
                        <a:srgbClr val="1A395C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57200" y="2086610"/>
            <a:ext cx="4196080" cy="36702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400" b="1" spc="-100">
                <a:solidFill>
                  <a:srgbClr val="FFFFFF"/>
                </a:solidFill>
                <a:latin typeface="Calibri"/>
              </a:rPr>
              <a:t>CONTROL SYSTEM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205480"/>
            <a:ext cx="5029200" cy="25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5760" y="3218180"/>
            <a:ext cx="5029200" cy="3683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205480"/>
            <a:ext cx="5029200" cy="25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242310"/>
            <a:ext cx="5029200" cy="25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5760" y="3218180"/>
            <a:ext cx="5029200" cy="3683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242310"/>
            <a:ext cx="50292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1097280"/>
            <a:ext cx="4114800" cy="100583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1097280"/>
            <a:ext cx="4114800" cy="100583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1084580"/>
            <a:ext cx="4114800" cy="25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860" y="1097280"/>
            <a:ext cx="25400" cy="100583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2090420"/>
            <a:ext cx="4114800" cy="25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980" y="1097280"/>
            <a:ext cx="25400" cy="100583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" y="1097280"/>
            <a:ext cx="502920" cy="100583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" y="1097280"/>
            <a:ext cx="502920" cy="100583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2331720"/>
            <a:ext cx="4114800" cy="100584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2319020"/>
            <a:ext cx="4114800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860" y="2331720"/>
            <a:ext cx="25400" cy="100584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3324860"/>
            <a:ext cx="4114800" cy="25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2331720"/>
            <a:ext cx="4114800" cy="100584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980" y="2331720"/>
            <a:ext cx="25400" cy="100584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2331720"/>
            <a:ext cx="502920" cy="100584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2331720"/>
            <a:ext cx="502920" cy="100584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3566160"/>
            <a:ext cx="4114800" cy="100583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3553460"/>
            <a:ext cx="4114800" cy="25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860" y="3566160"/>
            <a:ext cx="25400" cy="100583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5760" y="4559300"/>
            <a:ext cx="4114800" cy="25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3566160"/>
            <a:ext cx="4114800" cy="100583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980" y="3566160"/>
            <a:ext cx="25400" cy="100583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" y="3566160"/>
            <a:ext cx="502920" cy="1005839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" y="3566160"/>
            <a:ext cx="502920" cy="1005839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1084580"/>
            <a:ext cx="4114800" cy="25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8420" y="1097280"/>
            <a:ext cx="25400" cy="1005839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2090420"/>
            <a:ext cx="411480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1097280"/>
            <a:ext cx="4114800" cy="1005839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1097280"/>
            <a:ext cx="4114800" cy="100583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46320" y="1097280"/>
            <a:ext cx="502919" cy="1005839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46320" y="1097280"/>
            <a:ext cx="502919" cy="100583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6540" y="1097280"/>
            <a:ext cx="25400" cy="1005839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2319020"/>
            <a:ext cx="4114800" cy="25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8420" y="2331720"/>
            <a:ext cx="25400" cy="100584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324860"/>
            <a:ext cx="4114800" cy="254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331720"/>
            <a:ext cx="4114800" cy="100584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331720"/>
            <a:ext cx="4114800" cy="100584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2331720"/>
            <a:ext cx="502919" cy="100584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2331720"/>
            <a:ext cx="502919" cy="100584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6540" y="2331720"/>
            <a:ext cx="25400" cy="100584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566160"/>
            <a:ext cx="4114800" cy="1005839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46320" y="3566160"/>
            <a:ext cx="502919" cy="1005839"/>
          </a:xfrm>
          <a:prstGeom prst="rect">
            <a:avLst/>
          </a:prstGeom>
        </p:spPr>
      </p:pic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PRESENTATION AGENDA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65760" y="1097280"/>
          <a:ext cx="4114799" cy="1005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39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86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Introduction &amp; Problem Statement</a:t>
                      </a:r>
                    </a:p>
                    <a:p>
                      <a:pPr marL="182880" algn="l">
                        <a:lnSpc>
                          <a:spcPts val="850"/>
                        </a:lnSpc>
                        <a:spcBef>
                          <a:spcPts val="236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Why gesture control matters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846320" y="1097280"/>
          <a:ext cx="4114799" cy="1005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39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/>
                    </a:p>
                    <a:p>
                      <a:pPr marL="184150" algn="l">
                        <a:lnSpc>
                          <a:spcPts val="107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Tools &amp; Technologies</a:t>
                      </a:r>
                    </a:p>
                    <a:p>
                      <a:pPr marL="184150" algn="l">
                        <a:lnSpc>
                          <a:spcPts val="850"/>
                        </a:lnSpc>
                        <a:spcBef>
                          <a:spcPts val="215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OpenCV · MediaPipe · PyAutoGUI · VPython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331720"/>
          <a:ext cx="41147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107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Objectives</a:t>
                      </a:r>
                    </a:p>
                    <a:p>
                      <a:pPr marL="182880" algn="l">
                        <a:lnSpc>
                          <a:spcPts val="850"/>
                        </a:lnSpc>
                        <a:spcBef>
                          <a:spcPts val="215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What the system achieves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4846320" y="2331720"/>
          <a:ext cx="41147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/>
                    </a:p>
                    <a:p>
                      <a:pPr marL="184150" algn="l">
                        <a:lnSpc>
                          <a:spcPts val="107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System Architecture</a:t>
                      </a:r>
                    </a:p>
                    <a:p>
                      <a:pPr marL="184150" algn="l">
                        <a:lnSpc>
                          <a:spcPts val="850"/>
                        </a:lnSpc>
                        <a:spcBef>
                          <a:spcPts val="215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3-tier modular design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365760" y="3566160"/>
          <a:ext cx="4114799" cy="1005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39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30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107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System Methodology</a:t>
                      </a:r>
                    </a:p>
                    <a:p>
                      <a:pPr marL="182880" algn="l">
                        <a:lnSpc>
                          <a:spcPts val="860"/>
                        </a:lnSpc>
                        <a:spcBef>
                          <a:spcPts val="214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5-stage processing pipeline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4846320" y="3566160"/>
          <a:ext cx="4114799" cy="993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3139">
                <a:tc>
                  <a:txBody>
                    <a:bodyPr/>
                    <a:lstStyle/>
                    <a:p>
                      <a:pPr>
                        <a:lnSpc>
                          <a:spcPts val="3479"/>
                        </a:lnSpc>
                      </a:pPr>
                      <a:endParaRPr/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1550" b="1" spc="-100">
                          <a:solidFill>
                            <a:srgbClr val="FFFFFF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D75B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0C8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80"/>
                        </a:lnSpc>
                      </a:pPr>
                      <a:endParaRPr/>
                    </a:p>
                    <a:p>
                      <a:pPr marL="177800" algn="l">
                        <a:lnSpc>
                          <a:spcPts val="1070"/>
                        </a:lnSpc>
                      </a:pPr>
                      <a:r>
                        <a:rPr sz="1200" b="1" spc="-100">
                          <a:solidFill>
                            <a:srgbClr val="334155"/>
                          </a:solidFill>
                          <a:latin typeface="Calibri"/>
                        </a:rPr>
                        <a:t>Feasibility &amp; Future Scope</a:t>
                      </a:r>
                    </a:p>
                    <a:p>
                      <a:pPr marL="177800" algn="l">
                        <a:lnSpc>
                          <a:spcPts val="850"/>
                        </a:lnSpc>
                        <a:spcBef>
                          <a:spcPts val="2140"/>
                        </a:spcBef>
                      </a:pPr>
                      <a:r>
                        <a:rPr sz="950" i="1" spc="-100">
                          <a:solidFill>
                            <a:srgbClr val="64748B"/>
                          </a:solidFill>
                          <a:latin typeface="Calibri"/>
                        </a:rPr>
                        <a:t>Assessment and roadmap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2D75B6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D5E3E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D5E3E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D5E3E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1005840"/>
            <a:ext cx="5303520" cy="137159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1005840"/>
            <a:ext cx="5303520" cy="137159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2364740"/>
            <a:ext cx="5303520" cy="25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1376680"/>
            <a:ext cx="5303520" cy="25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" y="1005840"/>
            <a:ext cx="5303520" cy="38354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" y="1005840"/>
            <a:ext cx="5303520" cy="38354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040" y="3873500"/>
            <a:ext cx="5303520" cy="25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0040" y="2514600"/>
            <a:ext cx="5303520" cy="1371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0040" y="2514600"/>
            <a:ext cx="5303520" cy="1371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0040" y="2885440"/>
            <a:ext cx="5303520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40" y="2514600"/>
            <a:ext cx="5303520" cy="38353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40" y="2514600"/>
            <a:ext cx="5303520" cy="38353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3600" y="2181860"/>
            <a:ext cx="2834640" cy="25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1051560"/>
            <a:ext cx="2834640" cy="11430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30900" y="1051560"/>
            <a:ext cx="25400" cy="1143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1051560"/>
            <a:ext cx="2834640" cy="11430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3600" y="1038860"/>
            <a:ext cx="2834640" cy="25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65540" y="1051560"/>
            <a:ext cx="25400" cy="1143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2377440"/>
            <a:ext cx="2834640" cy="11430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3600" y="2364740"/>
            <a:ext cx="2834640" cy="25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65540" y="2377440"/>
            <a:ext cx="25400" cy="11430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3600" y="3507740"/>
            <a:ext cx="2834640" cy="25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2377440"/>
            <a:ext cx="2834640" cy="11430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30900" y="2377440"/>
            <a:ext cx="25400" cy="11430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3703320"/>
            <a:ext cx="2834640" cy="1143000"/>
          </a:xfrm>
          <a:prstGeom prst="rect">
            <a:avLst/>
          </a:prstGeom>
        </p:spPr>
      </p:pic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INTRODUCTION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20040" y="1005840"/>
          <a:ext cx="5303520" cy="1371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720"/>
                        </a:lnSpc>
                      </a:pPr>
                      <a:r>
                        <a:rPr sz="1100" b="1" spc="-100">
                          <a:solidFill>
                            <a:srgbClr val="00C9A7"/>
                          </a:solidFill>
                          <a:latin typeface="Calibri"/>
                        </a:rPr>
                        <a:t>T H E P R O B L E 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059">
                <a:tc>
                  <a:txBody>
                    <a:bodyPr/>
                    <a:lstStyle/>
                    <a:p>
                      <a:pPr>
                        <a:lnSpc>
                          <a:spcPts val="1639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144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Traditional input devices (keyboards, mice, touchscreens) impose physical </a:t>
                      </a:r>
                      <a:br/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constraints limiting usability for motor-impaired users, creating hygiene </a:t>
                      </a:r>
                      <a:br/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concerns in clinical environments, and hindering immersive AR/VR experiences.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943600" y="1051560"/>
          <a:ext cx="283464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lnSpc>
                          <a:spcPts val="1810"/>
                        </a:lnSpc>
                      </a:pPr>
                      <a:endParaRPr/>
                    </a:p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3600" b="1" spc="-100">
                          <a:solidFill>
                            <a:srgbClr val="00C9A7"/>
                          </a:solidFill>
                          <a:latin typeface="Calibri"/>
                        </a:rPr>
                        <a:t>21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160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Hand Landmarks</a:t>
                      </a:r>
                    </a:p>
                    <a:p>
                      <a:pPr algn="ctr">
                        <a:lnSpc>
                          <a:spcPts val="760"/>
                        </a:lnSpc>
                        <a:spcBef>
                          <a:spcPts val="56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Detected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20040" y="2514600"/>
          <a:ext cx="5303520" cy="1371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39"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720"/>
                        </a:lnSpc>
                      </a:pPr>
                      <a:r>
                        <a:rPr sz="1100" b="1" spc="-100">
                          <a:solidFill>
                            <a:srgbClr val="FFFFFF"/>
                          </a:solidFill>
                          <a:latin typeface="Calibri"/>
                        </a:rPr>
                        <a:t>O U R S O L U T I O 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060">
                <a:tc>
                  <a:txBody>
                    <a:bodyPr/>
                    <a:lstStyle/>
                    <a:p>
                      <a:pPr>
                        <a:lnSpc>
                          <a:spcPts val="1639"/>
                        </a:lnSpc>
                      </a:pPr>
                      <a:endParaRPr/>
                    </a:p>
                    <a:p>
                      <a:pPr marL="182880" algn="l">
                        <a:lnSpc>
                          <a:spcPts val="144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A real-time webcam-based gesture recognition system that maps natural hand </a:t>
                      </a:r>
                      <a:br/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movements to OS-level commands — cursor control, typing, clicking, and 3D </a:t>
                      </a:r>
                      <a:br/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game interaction — using only a standard laptop camera.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5943600" y="2377440"/>
          <a:ext cx="283464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endParaRPr/>
                    </a:p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3600" b="1" spc="-100">
                          <a:solidFill>
                            <a:srgbClr val="00C9A7"/>
                          </a:solidFill>
                          <a:latin typeface="Calibri"/>
                        </a:rPr>
                        <a:t>0ms</a:t>
                      </a:r>
                    </a:p>
                    <a:p>
                      <a:pPr algn="ctr">
                        <a:lnSpc>
                          <a:spcPts val="760"/>
                        </a:lnSpc>
                        <a:spcBef>
                          <a:spcPts val="156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Extra Hardware</a:t>
                      </a:r>
                    </a:p>
                    <a:p>
                      <a:pPr algn="ctr">
                        <a:lnSpc>
                          <a:spcPts val="940"/>
                        </a:lnSpc>
                        <a:spcBef>
                          <a:spcPts val="56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5943600" y="3703320"/>
          <a:ext cx="2834640" cy="1130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  <a:endParaRPr/>
                    </a:p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3600" b="1" spc="-100">
                          <a:solidFill>
                            <a:srgbClr val="00C9A7"/>
                          </a:solidFill>
                          <a:latin typeface="Calibri"/>
                        </a:rPr>
                        <a:t>3</a:t>
                      </a:r>
                    </a:p>
                    <a:p>
                      <a:pPr algn="ctr">
                        <a:lnSpc>
                          <a:spcPts val="760"/>
                        </a:lnSpc>
                        <a:spcBef>
                          <a:spcPts val="156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Control</a:t>
                      </a:r>
                    </a:p>
                    <a:p>
                      <a:pPr algn="ctr">
                        <a:lnSpc>
                          <a:spcPts val="760"/>
                        </a:lnSpc>
                        <a:spcBef>
                          <a:spcPts val="560"/>
                        </a:spcBef>
                      </a:pPr>
                      <a:r>
                        <a:rPr sz="1100" spc="-100">
                          <a:solidFill>
                            <a:srgbClr val="D6E4F0"/>
                          </a:solidFill>
                          <a:latin typeface="Calibri"/>
                        </a:rPr>
                        <a:t>Modes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2D75B6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2D75B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D75B6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D75B6">
                          <a:alpha val="100000"/>
                        </a:srgbClr>
                      </a:solidFill>
                    </a:lnB>
                    <a:solidFill>
                      <a:srgbClr val="1A395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2140" y="1023619"/>
            <a:ext cx="25400" cy="111633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2127250"/>
            <a:ext cx="4114800" cy="25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1023619"/>
            <a:ext cx="4114800" cy="111633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340" y="1023619"/>
            <a:ext cx="25400" cy="111633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1023619"/>
            <a:ext cx="4114800" cy="111633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1010919"/>
            <a:ext cx="4114800" cy="25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450" y="1276350"/>
            <a:ext cx="603250" cy="603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1270000"/>
            <a:ext cx="615950" cy="615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650" y="1333500"/>
            <a:ext cx="463550" cy="463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2319020"/>
            <a:ext cx="4114800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2140" y="2331720"/>
            <a:ext cx="25400" cy="111505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3434079"/>
            <a:ext cx="4114800" cy="25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2331720"/>
            <a:ext cx="4114800" cy="111505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340" y="2331720"/>
            <a:ext cx="25400" cy="111505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2331720"/>
            <a:ext cx="4114800" cy="111505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50" y="2584450"/>
            <a:ext cx="603250" cy="6032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2578100"/>
            <a:ext cx="615950" cy="6159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1650" y="2641600"/>
            <a:ext cx="463550" cy="463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3639820"/>
            <a:ext cx="4114800" cy="111505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340" y="3639820"/>
            <a:ext cx="25400" cy="111505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3639820"/>
            <a:ext cx="4114800" cy="111505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3627120"/>
            <a:ext cx="4114800" cy="25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2140" y="3639820"/>
            <a:ext cx="25400" cy="1115059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4742180"/>
            <a:ext cx="4114800" cy="25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5450" y="3892550"/>
            <a:ext cx="603250" cy="6032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" y="3886200"/>
            <a:ext cx="615950" cy="6159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650" y="3949700"/>
            <a:ext cx="463550" cy="4635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1010919"/>
            <a:ext cx="4114800" cy="25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980" y="1023619"/>
            <a:ext cx="25400" cy="111633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2127250"/>
            <a:ext cx="4114800" cy="25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2180" y="1023619"/>
            <a:ext cx="25400" cy="111633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1023619"/>
            <a:ext cx="4114800" cy="111633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1023619"/>
            <a:ext cx="4114800" cy="111633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64100" y="1276350"/>
            <a:ext cx="596900" cy="6032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57750" y="1270000"/>
            <a:ext cx="609600" cy="6159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33950" y="1333500"/>
            <a:ext cx="463550" cy="4635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3434079"/>
            <a:ext cx="4114800" cy="254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2180" y="2331720"/>
            <a:ext cx="25400" cy="1115059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2331720"/>
            <a:ext cx="4114800" cy="111505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980" y="2331720"/>
            <a:ext cx="25400" cy="1115059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2331720"/>
            <a:ext cx="4114800" cy="111505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2319020"/>
            <a:ext cx="4114800" cy="25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64100" y="2584450"/>
            <a:ext cx="596900" cy="6032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57750" y="2578100"/>
            <a:ext cx="609600" cy="6159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3950" y="2641600"/>
            <a:ext cx="463550" cy="4635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3639820"/>
            <a:ext cx="4114800" cy="1115059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3639820"/>
            <a:ext cx="4114800" cy="1115059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64100" y="3892550"/>
            <a:ext cx="596900" cy="6032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57750" y="3886200"/>
            <a:ext cx="609600" cy="6159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933950" y="3949700"/>
            <a:ext cx="463550" cy="463550"/>
          </a:xfrm>
          <a:prstGeom prst="rect">
            <a:avLst/>
          </a:prstGeom>
        </p:spPr>
      </p:pic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OBJECTIVES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320040" y="1023619"/>
          <a:ext cx="4114800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endParaRPr/>
                    </a:p>
                    <a:p>
                      <a:pPr marL="896619" algn="l">
                        <a:lnSpc>
                          <a:spcPts val="144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Real-time gesture detection with sub-100ms </a:t>
                      </a:r>
                      <a:br/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4754880" y="1023619"/>
          <a:ext cx="4114800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ts val="3270"/>
                        </a:lnSpc>
                      </a:pPr>
                      <a:endParaRPr/>
                    </a:p>
                    <a:p>
                      <a:pPr marL="896619" algn="l">
                        <a:lnSpc>
                          <a:spcPts val="103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Interactive 3D game controlled entirely by hand</a:t>
                      </a:r>
                    </a:p>
                    <a:p>
                      <a:pPr marL="896619" algn="l">
                        <a:lnSpc>
                          <a:spcPts val="910"/>
                        </a:lnSpc>
                        <a:spcBef>
                          <a:spcPts val="530"/>
                        </a:spcBef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gestures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320040" y="2331720"/>
          <a:ext cx="4114800" cy="111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5059">
                <a:tc>
                  <a:txBody>
                    <a:bodyPr/>
                    <a:lstStyle/>
                    <a:p>
                      <a:pPr>
                        <a:lnSpc>
                          <a:spcPts val="3990"/>
                        </a:lnSpc>
                      </a:pPr>
                      <a:endParaRPr/>
                    </a:p>
                    <a:p>
                      <a:pPr marL="896619" algn="l">
                        <a:lnSpc>
                          <a:spcPts val="103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OS-level mouse &amp; keyboard control via gestures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4754880" y="2331720"/>
          <a:ext cx="4114800" cy="111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5059">
                <a:tc>
                  <a:txBody>
                    <a:bodyPr/>
                    <a:lstStyle/>
                    <a:p>
                      <a:pPr>
                        <a:lnSpc>
                          <a:spcPts val="3270"/>
                        </a:lnSpc>
                      </a:pPr>
                      <a:endParaRPr/>
                    </a:p>
                    <a:p>
                      <a:pPr marL="896619" algn="l">
                        <a:lnSpc>
                          <a:spcPts val="103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First-time-user operable within 5 minutes of</a:t>
                      </a:r>
                    </a:p>
                    <a:p>
                      <a:pPr marL="896619" algn="l">
                        <a:lnSpc>
                          <a:spcPts val="830"/>
                        </a:lnSpc>
                        <a:spcBef>
                          <a:spcPts val="409"/>
                        </a:spcBef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320040" y="3639820"/>
          <a:ext cx="4114800" cy="111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5059">
                <a:tc>
                  <a:txBody>
                    <a:bodyPr/>
                    <a:lstStyle/>
                    <a:p>
                      <a:pPr>
                        <a:lnSpc>
                          <a:spcPts val="3270"/>
                        </a:lnSpc>
                      </a:pPr>
                      <a:endParaRPr/>
                    </a:p>
                    <a:p>
                      <a:pPr marL="896619" algn="l">
                        <a:lnSpc>
                          <a:spcPts val="103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Ergonomic vocabulary of 6+ distinguishable</a:t>
                      </a:r>
                    </a:p>
                    <a:p>
                      <a:pPr marL="896619" algn="l">
                        <a:lnSpc>
                          <a:spcPts val="919"/>
                        </a:lnSpc>
                        <a:spcBef>
                          <a:spcPts val="520"/>
                        </a:spcBef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gestures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4754880" y="3639820"/>
          <a:ext cx="4114800" cy="1102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2359">
                <a:tc>
                  <a:txBody>
                    <a:bodyPr/>
                    <a:lstStyle/>
                    <a:p>
                      <a:pPr>
                        <a:lnSpc>
                          <a:spcPts val="3940"/>
                        </a:lnSpc>
                      </a:pPr>
                      <a:endParaRPr/>
                    </a:p>
                    <a:p>
                      <a:pPr marL="890269" algn="l">
                        <a:lnSpc>
                          <a:spcPts val="1030"/>
                        </a:lnSpc>
                      </a:pPr>
                      <a:r>
                        <a:rPr sz="1200" spc="-100">
                          <a:solidFill>
                            <a:srgbClr val="334155"/>
                          </a:solidFill>
                          <a:latin typeface="Calibri"/>
                        </a:rPr>
                        <a:t>Modular architecture for easy feature extension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D5E3E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D5E3E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D5E3E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D5E3EF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1115060"/>
            <a:ext cx="1445260" cy="31089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100" y="1089660"/>
            <a:ext cx="1445260" cy="50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1960" y="1115060"/>
            <a:ext cx="50800" cy="310896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100" y="4198620"/>
            <a:ext cx="1445260" cy="50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1115060"/>
            <a:ext cx="1445260" cy="310896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6700" y="1115060"/>
            <a:ext cx="50800" cy="31089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150" y="1206500"/>
            <a:ext cx="666750" cy="66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1200150"/>
            <a:ext cx="679450" cy="6731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600" y="1987550"/>
            <a:ext cx="539750" cy="539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5139" y="2538730"/>
            <a:ext cx="238760" cy="25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5139" y="2593340"/>
            <a:ext cx="238760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85950" y="2444750"/>
            <a:ext cx="292100" cy="298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11680" y="1115060"/>
            <a:ext cx="1445259" cy="310896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11680" y="1089660"/>
            <a:ext cx="1445259" cy="50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31540" y="1115060"/>
            <a:ext cx="50800" cy="310896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11680" y="4198620"/>
            <a:ext cx="1445259" cy="50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11680" y="1115060"/>
            <a:ext cx="1445259" cy="310896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86280" y="1115060"/>
            <a:ext cx="50800" cy="310896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13000" y="1206500"/>
            <a:ext cx="660400" cy="660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06650" y="1200150"/>
            <a:ext cx="673100" cy="6731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57450" y="1987550"/>
            <a:ext cx="533400" cy="539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74720" y="2593340"/>
            <a:ext cx="237489" cy="25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74720" y="2538730"/>
            <a:ext cx="237489" cy="25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0450" y="2444750"/>
            <a:ext cx="292100" cy="298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31260" y="1089660"/>
            <a:ext cx="1443989" cy="508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49850" y="1115060"/>
            <a:ext cx="50800" cy="310896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31260" y="4198620"/>
            <a:ext cx="1443989" cy="508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1260" y="1115060"/>
            <a:ext cx="1443989" cy="310896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05860" y="1115060"/>
            <a:ext cx="50800" cy="310896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1260" y="1115060"/>
            <a:ext cx="1443989" cy="310896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27500" y="1206500"/>
            <a:ext cx="666750" cy="660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21150" y="1200150"/>
            <a:ext cx="679450" cy="6731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78300" y="1987550"/>
            <a:ext cx="533400" cy="539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94300" y="2593340"/>
            <a:ext cx="237489" cy="25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94300" y="2538730"/>
            <a:ext cx="237489" cy="25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21300" y="2444750"/>
            <a:ext cx="292100" cy="2984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49570" y="1089660"/>
            <a:ext cx="1445259" cy="508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869430" y="1115060"/>
            <a:ext cx="50800" cy="310896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49570" y="4198620"/>
            <a:ext cx="1445259" cy="508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9570" y="1115060"/>
            <a:ext cx="1445259" cy="310896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24170" y="1115060"/>
            <a:ext cx="50800" cy="310896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9570" y="1115060"/>
            <a:ext cx="1445259" cy="310896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48350" y="1206500"/>
            <a:ext cx="666750" cy="660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42000" y="1200150"/>
            <a:ext cx="679450" cy="673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92800" y="1987550"/>
            <a:ext cx="539750" cy="5397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12609" y="2538730"/>
            <a:ext cx="237490" cy="254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12609" y="2593340"/>
            <a:ext cx="237490" cy="254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42150" y="2444750"/>
            <a:ext cx="292100" cy="2984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9150" y="1115060"/>
            <a:ext cx="1443990" cy="310896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9150" y="1115060"/>
            <a:ext cx="1443990" cy="310896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69200" y="1206500"/>
            <a:ext cx="660400" cy="660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562850" y="1200150"/>
            <a:ext cx="673100" cy="6731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613650" y="1987550"/>
            <a:ext cx="539750" cy="5397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4320" y="4389120"/>
            <a:ext cx="8595360" cy="548639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4320" y="4389120"/>
            <a:ext cx="8595360" cy="548639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517650" y="4533900"/>
            <a:ext cx="355600" cy="292100"/>
          </a:xfrm>
          <a:prstGeom prst="rect">
            <a:avLst/>
          </a:prstGeom>
        </p:spPr>
      </p:pic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SYSTEM PIPELINE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92100" y="1115060"/>
          <a:ext cx="8321036" cy="3108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5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54996">
                <a:tc rowSpan="3"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b="1" spc="-100">
                          <a:solidFill>
                            <a:srgbClr val="0D1B2A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938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VIDEO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63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CAPTURE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279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OpenCV reads webcam</a:t>
                      </a:r>
                    </a:p>
                    <a:p>
                      <a:pPr algn="ctr">
                        <a:lnSpc>
                          <a:spcPts val="630"/>
                        </a:lnSpc>
                        <a:spcBef>
                          <a:spcPts val="30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frames at native</a:t>
                      </a:r>
                    </a:p>
                    <a:p>
                      <a:pPr algn="ctr">
                        <a:lnSpc>
                          <a:spcPts val="620"/>
                        </a:lnSpc>
                        <a:spcBef>
                          <a:spcPts val="459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60"/>
                        </a:lnSpc>
                      </a:pPr>
                      <a:r>
                        <a:rPr sz="1800" b="1" spc="-100">
                          <a:solidFill>
                            <a:srgbClr val="0D1B2A"/>
                          </a:solidFill>
                          <a:latin typeface="Calibri"/>
                        </a:rPr>
                        <a:t>2</a:t>
                      </a:r>
                    </a:p>
                    <a:p>
                      <a:pPr algn="ctr">
                        <a:lnSpc>
                          <a:spcPts val="730"/>
                        </a:lnSpc>
                        <a:spcBef>
                          <a:spcPts val="939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LANDMARK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64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DETECTION</a:t>
                      </a:r>
                    </a:p>
                    <a:p>
                      <a:pPr algn="ctr">
                        <a:lnSpc>
                          <a:spcPts val="780"/>
                        </a:lnSpc>
                        <a:spcBef>
                          <a:spcPts val="38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MediaPipe finds 21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3D hand points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800" b="1" spc="-100">
                          <a:solidFill>
                            <a:srgbClr val="0D1B2A"/>
                          </a:solidFill>
                          <a:latin typeface="Calibri"/>
                        </a:rPr>
                        <a:t>3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936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GESTURE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63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CLASSIFY</a:t>
                      </a:r>
                    </a:p>
                    <a:p>
                      <a:pPr algn="ctr">
                        <a:lnSpc>
                          <a:spcPts val="780"/>
                        </a:lnSpc>
                        <a:spcBef>
                          <a:spcPts val="38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Geometric rules classify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finger pose &amp; distance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800" b="1" spc="-100">
                          <a:solidFill>
                            <a:srgbClr val="0D1B2A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937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63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EXECUTE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82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PyAutoGUI sends mouse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&amp; keyboard commands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68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60"/>
                        </a:lnSpc>
                      </a:pPr>
                      <a:r>
                        <a:rPr sz="1800" b="1" spc="-100">
                          <a:solidFill>
                            <a:srgbClr val="0D1B2A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936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FEEDBACK</a:t>
                      </a:r>
                    </a:p>
                    <a:p>
                      <a:pPr algn="ctr">
                        <a:lnSpc>
                          <a:spcPts val="750"/>
                        </a:lnSpc>
                        <a:spcBef>
                          <a:spcPts val="630"/>
                        </a:spcBef>
                      </a:pPr>
                      <a:r>
                        <a:rPr sz="1150" b="1" spc="-100">
                          <a:solidFill>
                            <a:srgbClr val="FFFFFF"/>
                          </a:solidFill>
                          <a:latin typeface="Calibri"/>
                        </a:rPr>
                        <a:t>DISPLAY</a:t>
                      </a:r>
                    </a:p>
                    <a:p>
                      <a:pPr algn="ctr">
                        <a:lnSpc>
                          <a:spcPts val="770"/>
                        </a:lnSpc>
                        <a:spcBef>
                          <a:spcPts val="382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Overlay &amp; preview</a:t>
                      </a:r>
                    </a:p>
                    <a:p>
                      <a:pPr algn="ctr">
                        <a:lnSpc>
                          <a:spcPts val="620"/>
                        </a:lnSpc>
                        <a:spcBef>
                          <a:spcPts val="310"/>
                        </a:spcBef>
                      </a:pPr>
                      <a:r>
                        <a:rPr sz="900" spc="-100">
                          <a:solidFill>
                            <a:srgbClr val="D6E4F0"/>
                          </a:solidFill>
                          <a:latin typeface="Calibri"/>
                        </a:rPr>
                        <a:t>render to user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DF40FA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274320" y="4389120"/>
          <a:ext cx="8595360" cy="5359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939">
                <a:tc>
                  <a:txBody>
                    <a:bodyPr/>
                    <a:lstStyle/>
                    <a:p>
                      <a:pPr>
                        <a:lnSpc>
                          <a:spcPts val="1739"/>
                        </a:lnSpc>
                      </a:pPr>
                      <a:endParaRPr/>
                    </a:p>
                    <a:p>
                      <a:pPr marL="1562100" algn="l">
                        <a:lnSpc>
                          <a:spcPts val="940"/>
                        </a:lnSpc>
                      </a:pPr>
                      <a:r>
                        <a:rPr sz="1050" b="1" spc="-100">
                          <a:solidFill>
                            <a:srgbClr val="00C9A7"/>
                          </a:solidFill>
                          <a:latin typeface="Calibri"/>
                        </a:rPr>
                        <a:t>End-to-end latency target: &lt; 100ms | Input: Webcam only | Output: OS commands + 3D game events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2D75B6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2D75B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D75B6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D75B6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1051560"/>
            <a:ext cx="2651760" cy="146304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1026160"/>
            <a:ext cx="2651760" cy="50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0680" y="1051560"/>
            <a:ext cx="50800" cy="14630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2489200"/>
            <a:ext cx="2651760" cy="50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1051560"/>
            <a:ext cx="2651760" cy="146304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8920" y="1051560"/>
            <a:ext cx="50800" cy="146304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320" y="1422400"/>
            <a:ext cx="2651760" cy="25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320" y="1051560"/>
            <a:ext cx="2651760" cy="38354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320" y="1051560"/>
            <a:ext cx="2651760" cy="38354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82620" y="1026160"/>
            <a:ext cx="2651760" cy="50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08980" y="1051560"/>
            <a:ext cx="50800" cy="146304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82620" y="2489200"/>
            <a:ext cx="2651760" cy="50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620" y="1051560"/>
            <a:ext cx="2651760" cy="146304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57220" y="1051560"/>
            <a:ext cx="50800" cy="146304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620" y="1051560"/>
            <a:ext cx="2651760" cy="146304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620" y="1422400"/>
            <a:ext cx="2651760" cy="25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82620" y="1051560"/>
            <a:ext cx="2651760" cy="38354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82620" y="1051560"/>
            <a:ext cx="2651760" cy="38354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89650" y="1026160"/>
            <a:ext cx="2651759" cy="508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16010" y="1051560"/>
            <a:ext cx="50800" cy="146304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89650" y="2489200"/>
            <a:ext cx="2651759" cy="50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9650" y="1051560"/>
            <a:ext cx="2651759" cy="146304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64250" y="1051560"/>
            <a:ext cx="50800" cy="146304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9650" y="1051560"/>
            <a:ext cx="2651759" cy="146304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89650" y="1051560"/>
            <a:ext cx="2651759" cy="38354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89650" y="1422400"/>
            <a:ext cx="2651759" cy="25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89650" y="1051560"/>
            <a:ext cx="2651759" cy="38354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4320" y="2717800"/>
            <a:ext cx="2651760" cy="508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00680" y="2743200"/>
            <a:ext cx="50800" cy="146303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4320" y="4180840"/>
            <a:ext cx="2651760" cy="508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2743200"/>
            <a:ext cx="2651760" cy="146303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8920" y="2743200"/>
            <a:ext cx="50800" cy="1463039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2743200"/>
            <a:ext cx="2651760" cy="1463039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74320" y="2743200"/>
            <a:ext cx="2651760" cy="38353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74320" y="3114040"/>
            <a:ext cx="2651760" cy="25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74320" y="2743200"/>
            <a:ext cx="2651760" cy="383539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620" y="2743200"/>
            <a:ext cx="2651760" cy="1463039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82620" y="2743200"/>
            <a:ext cx="2651760" cy="383539"/>
          </a:xfrm>
          <a:prstGeom prst="rect">
            <a:avLst/>
          </a:prstGeom>
        </p:spPr>
      </p:pic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4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5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TOOLS &amp; TECHNOLOGIES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274320" y="1051560"/>
          <a:ext cx="26517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111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Python 3.x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ts val="91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840"/>
                        </a:lnSpc>
                      </a:pPr>
                      <a:r>
                        <a:rPr sz="950" b="1" spc="-100">
                          <a:solidFill>
                            <a:srgbClr val="3776AB"/>
                          </a:solidFill>
                          <a:latin typeface="Calibri"/>
                        </a:rPr>
                        <a:t>Core Integration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255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Orchestrates all modules; implements gesture</a:t>
                      </a:r>
                    </a:p>
                    <a:p>
                      <a:pPr marL="165100" algn="l">
                        <a:lnSpc>
                          <a:spcPts val="819"/>
                        </a:lnSpc>
                        <a:spcBef>
                          <a:spcPts val="32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logic and application flow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3182620" y="1051560"/>
          <a:ext cx="26517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107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OpenCV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860"/>
                        </a:lnSpc>
                      </a:pPr>
                      <a:r>
                        <a:rPr sz="950" b="1" spc="-100">
                          <a:solidFill>
                            <a:srgbClr val="5C3EE8"/>
                          </a:solidFill>
                          <a:latin typeface="Calibri"/>
                        </a:rPr>
                        <a:t>Video Processing</a:t>
                      </a:r>
                    </a:p>
                    <a:p>
                      <a:pPr marL="165100" algn="l">
                        <a:lnSpc>
                          <a:spcPts val="819"/>
                        </a:lnSpc>
                        <a:spcBef>
                          <a:spcPts val="254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Captures frames, BGR→RGB conversion, real-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33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time preview rendering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089650" y="1051560"/>
          <a:ext cx="265175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111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MediaPipe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690"/>
                        </a:lnSpc>
                      </a:pPr>
                      <a:r>
                        <a:rPr sz="950" b="1" spc="-100">
                          <a:solidFill>
                            <a:srgbClr val="00897B"/>
                          </a:solidFill>
                          <a:latin typeface="Calibri"/>
                        </a:rPr>
                        <a:t>Hand Detection</a:t>
                      </a:r>
                    </a:p>
                    <a:p>
                      <a:pPr algn="ctr">
                        <a:lnSpc>
                          <a:spcPts val="819"/>
                        </a:lnSpc>
                        <a:spcBef>
                          <a:spcPts val="271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Google's ML pipeline tracking 21 3D landmarks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33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per hand at 30+ FPS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274320" y="2743200"/>
          <a:ext cx="2651760" cy="1463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39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106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PyAutoGUI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ts val="91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840"/>
                        </a:lnSpc>
                      </a:pPr>
                      <a:r>
                        <a:rPr sz="950" b="1" spc="-100">
                          <a:solidFill>
                            <a:srgbClr val="E65100"/>
                          </a:solidFill>
                          <a:latin typeface="Calibri"/>
                        </a:rPr>
                        <a:t>Input Automation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255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Maps gestures to OS mouse moves, clicks,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33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scrolls &amp; keyboard events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82620" y="2743200"/>
          <a:ext cx="2651760" cy="1450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39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  <a:endParaRPr/>
                    </a:p>
                    <a:p>
                      <a:pPr marL="152400" algn="l">
                        <a:lnSpc>
                          <a:spcPts val="111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VPython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6A1B9A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6A1B9A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6A1B9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6A1B9A">
                          <a:alpha val="100000"/>
                        </a:srgbClr>
                      </a:solidFill>
                    </a:lnB>
                    <a:solidFill>
                      <a:srgbClr val="6A1B9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  <a:endParaRPr/>
                    </a:p>
                    <a:p>
                      <a:pPr marL="165100" algn="l">
                        <a:lnSpc>
                          <a:spcPts val="840"/>
                        </a:lnSpc>
                      </a:pPr>
                      <a:r>
                        <a:rPr sz="950" b="1" spc="-100">
                          <a:solidFill>
                            <a:srgbClr val="6A1B9A"/>
                          </a:solidFill>
                          <a:latin typeface="Calibri"/>
                        </a:rPr>
                        <a:t>3D Game Engine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255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Renders interactive 3D scenes for gesture-</a:t>
                      </a:r>
                    </a:p>
                    <a:p>
                      <a:pPr marL="165100" algn="l">
                        <a:lnSpc>
                          <a:spcPts val="810"/>
                        </a:lnSpc>
                        <a:spcBef>
                          <a:spcPts val="330"/>
                        </a:spcBef>
                      </a:pPr>
                      <a:r>
                        <a:rPr sz="900" spc="-100">
                          <a:solidFill>
                            <a:srgbClr val="334155"/>
                          </a:solidFill>
                          <a:latin typeface="Calibri"/>
                        </a:rPr>
                        <a:t>controlled game module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6A1B9A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6A1B9A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17800" y="1051560"/>
            <a:ext cx="50800" cy="35661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4592320"/>
            <a:ext cx="2468880" cy="50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1051560"/>
            <a:ext cx="2468880" cy="356616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920" y="1051560"/>
            <a:ext cx="50800" cy="356616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1051560"/>
            <a:ext cx="2468880" cy="356616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1026160"/>
            <a:ext cx="2468880" cy="50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320" y="1441450"/>
            <a:ext cx="2468880" cy="25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320" y="1051560"/>
            <a:ext cx="2468880" cy="40259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320" y="1051560"/>
            <a:ext cx="2468880" cy="40259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1280" y="1645920"/>
            <a:ext cx="25400" cy="685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540" y="2319020"/>
            <a:ext cx="2250440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3540" y="1645920"/>
            <a:ext cx="2250440" cy="685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0840" y="1645920"/>
            <a:ext cx="25400" cy="685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3540" y="1645920"/>
            <a:ext cx="2250440" cy="685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540" y="1633220"/>
            <a:ext cx="2250440" cy="25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5450" y="1841500"/>
            <a:ext cx="279400" cy="2857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9100" y="1835150"/>
            <a:ext cx="292100" cy="298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3540" y="2565400"/>
            <a:ext cx="2250440" cy="25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21280" y="2578100"/>
            <a:ext cx="25400" cy="6858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3540" y="3251200"/>
            <a:ext cx="2250440" cy="25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3540" y="2578100"/>
            <a:ext cx="2250440" cy="6858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0840" y="2578100"/>
            <a:ext cx="25400" cy="6858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3540" y="2578100"/>
            <a:ext cx="2250440" cy="685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5450" y="2774950"/>
            <a:ext cx="279400" cy="279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9100" y="2768600"/>
            <a:ext cx="292100" cy="292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540" y="4184650"/>
            <a:ext cx="2250440" cy="25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3540" y="3511550"/>
            <a:ext cx="2250440" cy="6858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0840" y="3511550"/>
            <a:ext cx="25400" cy="6858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3540" y="3511550"/>
            <a:ext cx="2250440" cy="6858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540" y="3498850"/>
            <a:ext cx="225044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1280" y="3511550"/>
            <a:ext cx="25400" cy="6858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5450" y="3708400"/>
            <a:ext cx="279400" cy="279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9100" y="3702050"/>
            <a:ext cx="292100" cy="2921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46120" y="1026160"/>
            <a:ext cx="2926080" cy="508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46800" y="1051560"/>
            <a:ext cx="50800" cy="356616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46120" y="4592320"/>
            <a:ext cx="2926080" cy="508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46120" y="1051560"/>
            <a:ext cx="2926080" cy="356616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20720" y="1051560"/>
            <a:ext cx="50800" cy="356616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46120" y="1051560"/>
            <a:ext cx="2926080" cy="356616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46120" y="1051560"/>
            <a:ext cx="2926080" cy="40259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46120" y="1441450"/>
            <a:ext cx="2926080" cy="25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46120" y="1051560"/>
            <a:ext cx="2926080" cy="40259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55340" y="1633220"/>
            <a:ext cx="2707640" cy="254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050280" y="1645920"/>
            <a:ext cx="25400" cy="6858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55340" y="2319020"/>
            <a:ext cx="2707640" cy="25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55340" y="1645920"/>
            <a:ext cx="2707640" cy="6858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42640" y="1645920"/>
            <a:ext cx="25400" cy="6858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55340" y="1645920"/>
            <a:ext cx="2707640" cy="6858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97250" y="1841500"/>
            <a:ext cx="279400" cy="2857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90900" y="1835150"/>
            <a:ext cx="292100" cy="2984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55340" y="2578100"/>
            <a:ext cx="2707640" cy="6858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355340" y="2565400"/>
            <a:ext cx="2707640" cy="254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050280" y="2578100"/>
            <a:ext cx="25400" cy="6858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355340" y="3251200"/>
            <a:ext cx="2707640" cy="25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55340" y="2578100"/>
            <a:ext cx="2707640" cy="6858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42640" y="2578100"/>
            <a:ext cx="25400" cy="6858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97250" y="2774950"/>
            <a:ext cx="279400" cy="2794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90900" y="2768600"/>
            <a:ext cx="292100" cy="2921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55340" y="3498850"/>
            <a:ext cx="2707640" cy="254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050280" y="3511550"/>
            <a:ext cx="25400" cy="6858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55340" y="4184650"/>
            <a:ext cx="2707640" cy="254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55340" y="3511550"/>
            <a:ext cx="2707640" cy="6858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42640" y="3511550"/>
            <a:ext cx="25400" cy="6858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55340" y="3511550"/>
            <a:ext cx="2707640" cy="6858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397250" y="3708400"/>
            <a:ext cx="279400" cy="2794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390900" y="3702050"/>
            <a:ext cx="292100" cy="2921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675120" y="1051560"/>
            <a:ext cx="2240279" cy="356616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675120" y="1051560"/>
            <a:ext cx="2240279" cy="356616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75120" y="1051560"/>
            <a:ext cx="2240279" cy="40259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84340" y="1645920"/>
            <a:ext cx="2021839" cy="68580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84340" y="1645920"/>
            <a:ext cx="2021839" cy="6858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26250" y="1841500"/>
            <a:ext cx="279400" cy="28575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19900" y="1835150"/>
            <a:ext cx="292100" cy="29845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784340" y="2578100"/>
            <a:ext cx="2021839" cy="6858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784340" y="2578100"/>
            <a:ext cx="2021839" cy="68580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26250" y="2774950"/>
            <a:ext cx="279400" cy="27940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819900" y="2768600"/>
            <a:ext cx="292100" cy="29210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84340" y="3511550"/>
            <a:ext cx="2021839" cy="685800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84340" y="3511550"/>
            <a:ext cx="2021839" cy="685800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826250" y="3708400"/>
            <a:ext cx="279400" cy="279400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819900" y="3702050"/>
            <a:ext cx="292100" cy="292100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74320" y="4681220"/>
            <a:ext cx="8595360" cy="330200"/>
          </a:xfrm>
          <a:prstGeom prst="rect">
            <a:avLst/>
          </a:prstGeom>
        </p:spPr>
      </p:pic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SYSTEM ARCHITECTURE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marR="5991860" algn="r">
                        <a:lnSpc>
                          <a:spcPts val="520"/>
                        </a:lnSpc>
                      </a:pPr>
                      <a:endParaRPr/>
                    </a:p>
                    <a:p>
                      <a:pPr marR="2581910" algn="r">
                        <a:lnSpc>
                          <a:spcPts val="520"/>
                        </a:lnSpc>
                      </a:pPr>
                      <a:endParaRPr/>
                    </a:p>
                    <a:p>
                      <a:pPr marL="2673350" algn="l">
                        <a:lnSpc>
                          <a:spcPts val="2030"/>
                        </a:lnSpc>
                        <a:spcAft>
                          <a:spcPts val="14950"/>
                        </a:spcAft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274320" y="1051560"/>
          <a:ext cx="246888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ts val="1340"/>
                        </a:lnSpc>
                      </a:pPr>
                      <a:endParaRPr/>
                    </a:p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050" b="1" spc="-100">
                          <a:solidFill>
                            <a:srgbClr val="0D1B2A"/>
                          </a:solidFill>
                          <a:latin typeface="Calibri"/>
                        </a:rPr>
                        <a:t>INPUT LAYER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57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383540" y="1645920"/>
          <a:ext cx="225044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endParaRPr/>
                    </a:p>
                    <a:p>
                      <a:pPr marL="485140" algn="l">
                        <a:lnSpc>
                          <a:spcPts val="69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Webcam Device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383540" y="2578100"/>
          <a:ext cx="225044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endParaRPr/>
                    </a:p>
                    <a:p>
                      <a:pPr marL="485140" algn="l">
                        <a:lnSpc>
                          <a:spcPts val="86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OpenCV Frame Buffer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383540" y="3511550"/>
          <a:ext cx="2250440" cy="67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>
                        <a:lnSpc>
                          <a:spcPts val="2430"/>
                        </a:lnSpc>
                      </a:pPr>
                      <a:endParaRPr/>
                    </a:p>
                    <a:p>
                      <a:pPr marL="485140" algn="l">
                        <a:lnSpc>
                          <a:spcPts val="71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BGR →RGB Conversion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" name="TextBox 102"/>
          <p:cNvSpPr txBox="1"/>
          <p:nvPr/>
        </p:nvSpPr>
        <p:spPr>
          <a:xfrm>
            <a:off x="2843530" y="2932430"/>
            <a:ext cx="302259" cy="660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00" spc="-100">
                <a:solidFill>
                  <a:srgbClr val="64748B"/>
                </a:solidFill>
                <a:latin typeface="Calibri"/>
              </a:rPr>
              <a:t>Frames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3246120" y="1051560"/>
          <a:ext cx="292608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ts val="1330"/>
                        </a:lnSpc>
                      </a:pPr>
                      <a:endParaRPr/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1050" b="1" spc="-100">
                          <a:solidFill>
                            <a:srgbClr val="0D1B2A"/>
                          </a:solidFill>
                          <a:latin typeface="Calibri"/>
                        </a:rPr>
                        <a:t>PROCESSING LAYER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57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/>
        </p:nvGraphicFramePr>
        <p:xfrm>
          <a:off x="3355340" y="1645920"/>
          <a:ext cx="270764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endParaRPr/>
                    </a:p>
                    <a:p>
                      <a:pPr marL="486409" algn="l">
                        <a:lnSpc>
                          <a:spcPts val="85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MediaPipe Hand Detector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3355340" y="2578100"/>
          <a:ext cx="270764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endParaRPr/>
                    </a:p>
                    <a:p>
                      <a:pPr marL="486409" algn="l">
                        <a:lnSpc>
                          <a:spcPts val="69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Gesture Classifier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3355340" y="3511550"/>
          <a:ext cx="2707640" cy="67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>
                        <a:lnSpc>
                          <a:spcPts val="2390"/>
                        </a:lnSpc>
                      </a:pPr>
                      <a:endParaRPr/>
                    </a:p>
                    <a:p>
                      <a:pPr marL="486409" algn="l">
                        <a:lnSpc>
                          <a:spcPts val="869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Mode Manager (Event Bus)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6282690" y="2932430"/>
            <a:ext cx="273050" cy="660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00" spc="-100">
                <a:solidFill>
                  <a:srgbClr val="64748B"/>
                </a:solidFill>
                <a:latin typeface="Calibri"/>
              </a:rPr>
              <a:t>Events</a:t>
            </a: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6675120" y="1051560"/>
          <a:ext cx="224027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endParaRPr/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1050" b="1" spc="-100">
                          <a:solidFill>
                            <a:srgbClr val="0D1B2A"/>
                          </a:solidFill>
                          <a:latin typeface="Calibri"/>
                        </a:rPr>
                        <a:t>OUTPUT LAYER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B703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FFB703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FFB703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B703">
                          <a:alpha val="100000"/>
                        </a:srgbClr>
                      </a:solidFill>
                    </a:lnB>
                    <a:solidFill>
                      <a:srgbClr val="FFB70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57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FFB703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FFB703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6784340" y="1645920"/>
          <a:ext cx="2021839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1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310"/>
                        </a:lnSpc>
                      </a:pPr>
                      <a:endParaRPr/>
                    </a:p>
                    <a:p>
                      <a:pPr marL="480059" algn="l">
                        <a:lnSpc>
                          <a:spcPts val="89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PyAutoGUI (Mouse/KB)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B703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B703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B703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B703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6784340" y="2578100"/>
          <a:ext cx="2021839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1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ts val="2340"/>
                        </a:lnSpc>
                      </a:pPr>
                      <a:endParaRPr/>
                    </a:p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VPython (3D Game)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B703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B703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B703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B703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6784340" y="3511550"/>
          <a:ext cx="2021839" cy="67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1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>
                        <a:lnSpc>
                          <a:spcPts val="2350"/>
                        </a:lnSpc>
                      </a:pPr>
                      <a:endParaRPr/>
                    </a:p>
                    <a:p>
                      <a:pPr marL="480059" algn="l">
                        <a:lnSpc>
                          <a:spcPts val="860"/>
                        </a:lnSpc>
                      </a:pPr>
                      <a:r>
                        <a:rPr sz="950" spc="-100">
                          <a:solidFill>
                            <a:srgbClr val="FFFFFF"/>
                          </a:solidFill>
                          <a:latin typeface="Calibri"/>
                        </a:rPr>
                        <a:t>OpenCV Preview Window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B703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B703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B703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B703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2838450" y="2518410"/>
            <a:ext cx="321310" cy="2578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50" b="1" spc="-10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58560" y="2518410"/>
            <a:ext cx="321310" cy="2578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50" b="1" spc="-100">
                <a:solidFill>
                  <a:srgbClr val="FFB703"/>
                </a:solidFill>
                <a:latin typeface="Calibri"/>
              </a:rPr>
              <a:t>→</a:t>
            </a:r>
          </a:p>
        </p:txBody>
      </p:sp>
      <p:graphicFrame>
        <p:nvGraphicFramePr>
          <p:cNvPr id="115" name="Table 114"/>
          <p:cNvGraphicFramePr>
            <a:graphicFrameLocks noGrp="1"/>
          </p:cNvGraphicFramePr>
          <p:nvPr/>
        </p:nvGraphicFramePr>
        <p:xfrm>
          <a:off x="274320" y="4681220"/>
          <a:ext cx="8595360" cy="31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endParaRPr/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900" i="1" spc="-100">
                          <a:solidFill>
                            <a:srgbClr val="D6E4F0"/>
                          </a:solidFill>
                          <a:latin typeface="Calibri"/>
                        </a:rPr>
                        <a:t>Event Bus Architecture — new modules require only registering a listener, no core code changes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2D75B6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2D75B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D75B6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D75B6">
                          <a:alpha val="100000"/>
                        </a:srgbClr>
                      </a:solidFill>
                    </a:lnB>
                    <a:solidFill>
                      <a:srgbClr val="1A395C">
                        <a:alpha val="7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1023619"/>
            <a:ext cx="2651760" cy="169164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100" y="998219"/>
            <a:ext cx="2651760" cy="50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100" y="2689860"/>
            <a:ext cx="2651760" cy="50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1023619"/>
            <a:ext cx="2651760" cy="169164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00" y="1084580"/>
            <a:ext cx="2651760" cy="25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800" y="1098550"/>
            <a:ext cx="1054100" cy="857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669" y="1578610"/>
            <a:ext cx="1828800" cy="25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58770" y="1591310"/>
            <a:ext cx="25400" cy="34670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669" y="1925320"/>
            <a:ext cx="1828800" cy="25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669" y="1591310"/>
            <a:ext cx="1828800" cy="34670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969" y="1591310"/>
            <a:ext cx="25400" cy="34670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669" y="1591310"/>
            <a:ext cx="1828800" cy="34670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400" y="2689860"/>
            <a:ext cx="2651760" cy="50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1023619"/>
            <a:ext cx="2651760" cy="169164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1023619"/>
            <a:ext cx="2651760" cy="169164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400" y="998219"/>
            <a:ext cx="2651760" cy="50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00400" y="1084580"/>
            <a:ext cx="2651760" cy="25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86100" y="1098550"/>
            <a:ext cx="1054100" cy="857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37000" y="1591310"/>
            <a:ext cx="25400" cy="346709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49700" y="1925320"/>
            <a:ext cx="1828800" cy="25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49700" y="1591310"/>
            <a:ext cx="1828800" cy="34670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49700" y="1578610"/>
            <a:ext cx="1828800" cy="25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65800" y="1591310"/>
            <a:ext cx="25400" cy="34670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49700" y="1591310"/>
            <a:ext cx="1828800" cy="346709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08700" y="998219"/>
            <a:ext cx="2651759" cy="508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08700" y="2689860"/>
            <a:ext cx="2651759" cy="508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700" y="1023619"/>
            <a:ext cx="2651759" cy="169164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700" y="1023619"/>
            <a:ext cx="2651759" cy="169164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08700" y="1084580"/>
            <a:ext cx="2651759" cy="25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94400" y="1098550"/>
            <a:ext cx="1054100" cy="857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58000" y="1578610"/>
            <a:ext cx="1828800" cy="25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74100" y="1591310"/>
            <a:ext cx="25400" cy="34670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58000" y="1925320"/>
            <a:ext cx="1828800" cy="25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58000" y="1591310"/>
            <a:ext cx="1828800" cy="346709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45300" y="1591310"/>
            <a:ext cx="25400" cy="34670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58000" y="1591310"/>
            <a:ext cx="1828800" cy="346709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2989580"/>
            <a:ext cx="2651760" cy="169164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92100" y="2964180"/>
            <a:ext cx="2651760" cy="508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92100" y="4655820"/>
            <a:ext cx="2651760" cy="508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2989580"/>
            <a:ext cx="2651760" cy="169164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92100" y="3050540"/>
            <a:ext cx="2651760" cy="254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7800" y="3060700"/>
            <a:ext cx="1054100" cy="8572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2669" y="3544570"/>
            <a:ext cx="1828800" cy="25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858770" y="3557270"/>
            <a:ext cx="25400" cy="346709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2669" y="3891279"/>
            <a:ext cx="1828800" cy="254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42669" y="3557270"/>
            <a:ext cx="1828800" cy="346709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29969" y="3557270"/>
            <a:ext cx="25400" cy="346709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42669" y="3557270"/>
            <a:ext cx="1828800" cy="346709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00400" y="4655820"/>
            <a:ext cx="2651760" cy="508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2989580"/>
            <a:ext cx="2651760" cy="169164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0" y="2989580"/>
            <a:ext cx="2651760" cy="169164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00400" y="2964180"/>
            <a:ext cx="2651760" cy="508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200400" y="3050540"/>
            <a:ext cx="2651760" cy="254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086100" y="3060700"/>
            <a:ext cx="1054100" cy="8572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937000" y="3557270"/>
            <a:ext cx="25400" cy="346709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49700" y="3557270"/>
            <a:ext cx="1828800" cy="346709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49700" y="3891279"/>
            <a:ext cx="1828800" cy="254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49700" y="3544570"/>
            <a:ext cx="1828800" cy="254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49700" y="3557270"/>
            <a:ext cx="1828800" cy="346709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65800" y="3557270"/>
            <a:ext cx="25400" cy="346709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700" y="2989580"/>
            <a:ext cx="2651759" cy="169164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700" y="2989580"/>
            <a:ext cx="2651759" cy="169164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08700" y="3050540"/>
            <a:ext cx="2651759" cy="254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994400" y="3060700"/>
            <a:ext cx="1054100" cy="85725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858000" y="3557270"/>
            <a:ext cx="1828800" cy="346709"/>
          </a:xfrm>
          <a:prstGeom prst="rect">
            <a:avLst/>
          </a:prstGeom>
        </p:spPr>
      </p:pic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GESTURE VOCABULARY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292100" y="1046480"/>
          <a:ext cx="2651760" cy="166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endParaRPr/>
                    </a:p>
                    <a:p>
                      <a:pPr marR="993140" algn="r">
                        <a:lnSpc>
                          <a:spcPts val="790"/>
                        </a:lnSpc>
                        <a:spcAft>
                          <a:spcPts val="154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Index Pointer</a:t>
                      </a:r>
                    </a:p>
                    <a:p>
                      <a:pPr marL="182880" algn="l">
                        <a:lnSpc>
                          <a:spcPts val="740"/>
                        </a:lnSpc>
                        <a:spcBef>
                          <a:spcPts val="374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1042669" y="159131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endParaRPr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Mouse Cursor Move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474980" y="2413000"/>
            <a:ext cx="1432559" cy="939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3200400" y="1046480"/>
          <a:ext cx="2651760" cy="166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0">
                <a:tc>
                  <a:txBody>
                    <a:bodyPr/>
                    <a:lstStyle/>
                    <a:p>
                      <a:pPr>
                        <a:lnSpc>
                          <a:spcPts val="1540"/>
                        </a:lnSpc>
                      </a:pPr>
                      <a:endParaRPr/>
                    </a:p>
                    <a:p>
                      <a:pPr marR="516890" algn="r">
                        <a:lnSpc>
                          <a:spcPts val="1000"/>
                        </a:lnSpc>
                        <a:spcAft>
                          <a:spcPts val="135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Pinch (Thumb+Index)</a:t>
                      </a:r>
                    </a:p>
                    <a:p>
                      <a:pPr marL="184150" algn="l">
                        <a:lnSpc>
                          <a:spcPts val="740"/>
                        </a:lnSpc>
                        <a:spcBef>
                          <a:spcPts val="374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3949700" y="159131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  <a:endParaRPr/>
                    </a:p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Left Click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3384550" y="2413000"/>
            <a:ext cx="1431289" cy="939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6108700" y="1046480"/>
          <a:ext cx="2651759" cy="166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0">
                <a:tc>
                  <a:txBody>
                    <a:bodyPr/>
                    <a:lstStyle/>
                    <a:p>
                      <a:pPr>
                        <a:lnSpc>
                          <a:spcPts val="1570"/>
                        </a:lnSpc>
                      </a:pPr>
                      <a:endParaRPr/>
                    </a:p>
                    <a:p>
                      <a:pPr marR="727710" algn="r">
                        <a:lnSpc>
                          <a:spcPts val="969"/>
                        </a:lnSpc>
                        <a:spcAft>
                          <a:spcPts val="135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Two-Finger Swipe</a:t>
                      </a:r>
                    </a:p>
                    <a:p>
                      <a:pPr marL="182880" algn="l">
                        <a:lnSpc>
                          <a:spcPts val="740"/>
                        </a:lnSpc>
                        <a:spcBef>
                          <a:spcPts val="374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6858000" y="159131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980"/>
                        </a:lnSpc>
                      </a:pPr>
                      <a:endParaRPr/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Scroll Up / Down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6291580" y="2413000"/>
            <a:ext cx="1432560" cy="939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292100" y="3012440"/>
          <a:ext cx="2651760" cy="166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0">
                <a:tc>
                  <a:txBody>
                    <a:bodyPr/>
                    <a:lstStyle/>
                    <a:p>
                      <a:pPr>
                        <a:lnSpc>
                          <a:spcPts val="1580"/>
                        </a:lnSpc>
                      </a:pPr>
                      <a:endParaRPr/>
                    </a:p>
                    <a:p>
                      <a:pPr marR="1597660" algn="r">
                        <a:lnSpc>
                          <a:spcPts val="770"/>
                        </a:lnSpc>
                        <a:spcAft>
                          <a:spcPts val="154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Fist</a:t>
                      </a:r>
                    </a:p>
                    <a:p>
                      <a:pPr marL="182880" algn="l">
                        <a:lnSpc>
                          <a:spcPts val="730"/>
                        </a:lnSpc>
                        <a:spcBef>
                          <a:spcPts val="375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1042669" y="355727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  <a:endParaRPr/>
                    </a:p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Game Action / Boost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474980" y="4380230"/>
            <a:ext cx="1432559" cy="927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200400" y="3012440"/>
          <a:ext cx="2651760" cy="1668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endParaRPr/>
                    </a:p>
                    <a:p>
                      <a:pPr marR="915669" algn="r">
                        <a:lnSpc>
                          <a:spcPts val="990"/>
                        </a:lnSpc>
                        <a:spcAft>
                          <a:spcPts val="134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Open Palm Tilt</a:t>
                      </a:r>
                    </a:p>
                    <a:p>
                      <a:pPr marL="184150" algn="l">
                        <a:lnSpc>
                          <a:spcPts val="730"/>
                        </a:lnSpc>
                        <a:spcBef>
                          <a:spcPts val="375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3949700" y="355727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  <a:endParaRPr/>
                    </a:p>
                    <a:p>
                      <a:pPr algn="ctr">
                        <a:lnSpc>
                          <a:spcPts val="680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Directional Steer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3384550" y="4380230"/>
            <a:ext cx="1431289" cy="927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6108700" y="3012440"/>
          <a:ext cx="2651759" cy="1655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">
                <a:tc>
                  <a:txBody>
                    <a:bodyPr/>
                    <a:lstStyle/>
                    <a:p>
                      <a:pPr>
                        <a:lnSpc>
                          <a:spcPts val="30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F4511E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528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endParaRPr/>
                    </a:p>
                    <a:p>
                      <a:pPr marR="756920" algn="r">
                        <a:lnSpc>
                          <a:spcPts val="990"/>
                        </a:lnSpc>
                        <a:spcAft>
                          <a:spcPts val="1290"/>
                        </a:spcAft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Ring-Finger Pinch</a:t>
                      </a:r>
                    </a:p>
                    <a:p>
                      <a:pPr marL="182880" algn="l">
                        <a:lnSpc>
                          <a:spcPts val="730"/>
                        </a:lnSpc>
                        <a:spcBef>
                          <a:spcPts val="3700"/>
                        </a:spcBef>
                      </a:pPr>
                      <a:endParaRPr sz="1150" b="1" spc="-10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F4511E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6858000" y="3557270"/>
          <a:ext cx="1828800" cy="346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09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  <a:endParaRPr/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950" b="1" spc="-100">
                          <a:solidFill>
                            <a:srgbClr val="FFFFFF"/>
                          </a:solidFill>
                          <a:latin typeface="Calibri"/>
                        </a:rPr>
                        <a:t>Right Click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4511E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4511E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4511E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4511E">
                          <a:alpha val="100000"/>
                        </a:srgbClr>
                      </a:solidFill>
                    </a:lnB>
                    <a:solidFill>
                      <a:srgbClr val="F4511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6291580" y="4380230"/>
            <a:ext cx="1432560" cy="927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50" i="1" spc="-100">
                <a:solidFill>
                  <a:srgbClr val="64748B"/>
                </a:solidFill>
                <a:latin typeface="Calibri"/>
              </a:rPr>
              <a:t>Detected via landmark geometry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980" y="1023619"/>
            <a:ext cx="25400" cy="8229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1023619"/>
            <a:ext cx="8595360" cy="8229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1023619"/>
            <a:ext cx="8595360" cy="82296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1023619"/>
            <a:ext cx="1371600" cy="82296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" y="1023619"/>
            <a:ext cx="1371600" cy="82296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9760" y="1060450"/>
            <a:ext cx="25400" cy="75056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1060450"/>
            <a:ext cx="1508760" cy="75056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1060450"/>
            <a:ext cx="1508760" cy="75056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19300" y="1320800"/>
            <a:ext cx="317500" cy="260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980" y="2011680"/>
            <a:ext cx="25400" cy="82295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2011680"/>
            <a:ext cx="8595360" cy="82295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2011680"/>
            <a:ext cx="8595360" cy="82295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2011680"/>
            <a:ext cx="1371600" cy="82295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2011680"/>
            <a:ext cx="1371600" cy="82295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9760" y="2048510"/>
            <a:ext cx="25400" cy="749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2048510"/>
            <a:ext cx="1508760" cy="749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2048510"/>
            <a:ext cx="1508760" cy="749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1200" y="2305050"/>
            <a:ext cx="317500" cy="260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320" y="2999740"/>
            <a:ext cx="8595360" cy="82296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320" y="2999740"/>
            <a:ext cx="8595360" cy="822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56980" y="2999740"/>
            <a:ext cx="25400" cy="82296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4320" y="2999740"/>
            <a:ext cx="1371600" cy="82296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4320" y="2999740"/>
            <a:ext cx="1371600" cy="82296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3035300"/>
            <a:ext cx="1508760" cy="75057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9760" y="3035300"/>
            <a:ext cx="25400" cy="75057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3035300"/>
            <a:ext cx="1508760" cy="75057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60550" y="3295650"/>
            <a:ext cx="311150" cy="260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3986529"/>
            <a:ext cx="8595360" cy="82296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3986529"/>
            <a:ext cx="8595360" cy="82296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3986529"/>
            <a:ext cx="1371600" cy="82296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3986529"/>
            <a:ext cx="1371600" cy="82296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4023360"/>
            <a:ext cx="1508760" cy="749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3700" y="4023360"/>
            <a:ext cx="1508760" cy="7493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2300" y="4279900"/>
            <a:ext cx="317500" cy="260350"/>
          </a:xfrm>
          <a:prstGeom prst="rect">
            <a:avLst/>
          </a:prstGeom>
        </p:spPr>
      </p:pic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9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0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FEASIBILITY STUDY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74320" y="1051560"/>
          <a:ext cx="8595360" cy="768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667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  <a:endParaRPr/>
                    </a:p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endParaRPr/>
                    </a:p>
                    <a:p>
                      <a:pPr marR="434340" algn="r">
                        <a:lnSpc>
                          <a:spcPts val="620"/>
                        </a:lnSpc>
                      </a:pPr>
                      <a:r>
                        <a:rPr sz="900" b="1" spc="-100">
                          <a:solidFill>
                            <a:srgbClr val="0F9D58"/>
                          </a:solidFill>
                          <a:latin typeface="Calibri"/>
                        </a:rPr>
                        <a:t>FEASIBLE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9"/>
                        </a:lnSpc>
                      </a:pPr>
                      <a:endParaRPr/>
                    </a:p>
                    <a:p>
                      <a:pPr marL="166370" algn="l">
                        <a:lnSpc>
                          <a:spcPts val="1320"/>
                        </a:lnSpc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Built on stable, well-maintained open-source libraries. No custom hardware required — runs </a:t>
                      </a:r>
                      <a:br/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on any webcam-equipped device.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274320" y="2039620"/>
          <a:ext cx="8595360" cy="7677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71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endParaRPr/>
                    </a:p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endParaRPr/>
                    </a:p>
                    <a:p>
                      <a:pPr marR="394970" algn="r">
                        <a:lnSpc>
                          <a:spcPts val="620"/>
                        </a:lnSpc>
                      </a:pPr>
                      <a:r>
                        <a:rPr sz="900" b="1" spc="-100">
                          <a:solidFill>
                            <a:srgbClr val="0F9D58"/>
                          </a:solidFill>
                          <a:latin typeface="Calibri"/>
                        </a:rPr>
                        <a:t>LOW COST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50"/>
                        </a:lnSpc>
                      </a:pPr>
                      <a:endParaRPr/>
                    </a:p>
                    <a:p>
                      <a:pPr marL="166370" algn="l">
                        <a:lnSpc>
                          <a:spcPts val="960"/>
                        </a:lnSpc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All tools are free and open-source. Only requirement is a standard webcam already present</a:t>
                      </a:r>
                    </a:p>
                    <a:p>
                      <a:pPr marL="166370" algn="l">
                        <a:lnSpc>
                          <a:spcPts val="760"/>
                        </a:lnSpc>
                        <a:spcBef>
                          <a:spcPts val="370"/>
                        </a:spcBef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on most devices.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74320" y="3026410"/>
          <a:ext cx="8595360" cy="768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667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1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endParaRPr/>
                    </a:p>
                    <a:p>
                      <a:pPr marR="269240" algn="r">
                        <a:lnSpc>
                          <a:spcPts val="620"/>
                        </a:lnSpc>
                      </a:pPr>
                      <a:r>
                        <a:rPr sz="900" b="1" spc="-100">
                          <a:solidFill>
                            <a:srgbClr val="0F9D58"/>
                          </a:solidFill>
                          <a:latin typeface="Calibri"/>
                        </a:rPr>
                        <a:t>USER-FRIENDLY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60"/>
                        </a:lnSpc>
                      </a:pPr>
                      <a:endParaRPr/>
                    </a:p>
                    <a:p>
                      <a:pPr marL="166370" algn="l">
                        <a:lnSpc>
                          <a:spcPts val="950"/>
                        </a:lnSpc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Minimal setup required. Gesture vocabulary is intuitive and learnable within 5 minutes of first</a:t>
                      </a:r>
                    </a:p>
                    <a:p>
                      <a:pPr marL="166370" algn="l">
                        <a:lnSpc>
                          <a:spcPts val="760"/>
                        </a:lnSpc>
                        <a:spcBef>
                          <a:spcPts val="380"/>
                        </a:spcBef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launch.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274320" y="4014470"/>
          <a:ext cx="8595360" cy="755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014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  <a:endParaRPr/>
                    </a:p>
                    <a:p>
                      <a:pPr algn="ctr">
                        <a:lnSpc>
                          <a:spcPts val="1110"/>
                        </a:lnSpc>
                      </a:pPr>
                      <a:r>
                        <a:rPr sz="1250" b="1" spc="-100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50"/>
                        </a:lnSpc>
                      </a:pPr>
                      <a:endParaRPr/>
                    </a:p>
                    <a:p>
                      <a:pPr marR="299720" algn="r">
                        <a:lnSpc>
                          <a:spcPts val="620"/>
                        </a:lnSpc>
                      </a:pPr>
                      <a:r>
                        <a:rPr sz="900" b="1" spc="-100">
                          <a:solidFill>
                            <a:srgbClr val="0F9D58"/>
                          </a:solidFill>
                          <a:latin typeface="Calibri"/>
                        </a:rPr>
                        <a:t>ON SCHEDULE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0E9D57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9"/>
                        </a:lnSpc>
                      </a:pPr>
                      <a:endParaRPr/>
                    </a:p>
                    <a:p>
                      <a:pPr marL="160020" algn="l">
                        <a:lnSpc>
                          <a:spcPts val="1320"/>
                        </a:lnSpc>
                      </a:pPr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Modular architecture allows parallel development of gesture, mouse-control, and game </a:t>
                      </a:r>
                      <a:br/>
                      <a:r>
                        <a:rPr sz="1100" spc="-100">
                          <a:solidFill>
                            <a:srgbClr val="334155"/>
                          </a:solidFill>
                          <a:latin typeface="Calibri"/>
                        </a:rPr>
                        <a:t>subsystems.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E9D57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D5E3EF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0"/>
            <a:ext cx="127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01700"/>
            <a:ext cx="9144000" cy="25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0"/>
            <a:ext cx="25400" cy="514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30800"/>
            <a:ext cx="165100" cy="1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700" cy="514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65100" cy="514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1004569"/>
            <a:ext cx="2697480" cy="38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0530" y="1023619"/>
            <a:ext cx="38100" cy="166497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" y="2669540"/>
            <a:ext cx="2697480" cy="38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00" y="1023619"/>
            <a:ext cx="2697480" cy="166497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050" y="1023619"/>
            <a:ext cx="38100" cy="166497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00" y="1023619"/>
            <a:ext cx="2697480" cy="166497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50" y="1168400"/>
            <a:ext cx="647700" cy="647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700" y="1162050"/>
            <a:ext cx="660400" cy="660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550" y="1219200"/>
            <a:ext cx="508000" cy="514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18180" y="2669540"/>
            <a:ext cx="2697480" cy="38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8180" y="1023619"/>
            <a:ext cx="2697480" cy="166497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99130" y="1023619"/>
            <a:ext cx="38100" cy="166497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8180" y="1023619"/>
            <a:ext cx="2697480" cy="166497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18180" y="1004569"/>
            <a:ext cx="2697480" cy="381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96610" y="1023619"/>
            <a:ext cx="38100" cy="166497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27400" y="1168400"/>
            <a:ext cx="641350" cy="647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21050" y="1162050"/>
            <a:ext cx="654050" cy="660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90900" y="1219200"/>
            <a:ext cx="508000" cy="514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44260" y="1004569"/>
            <a:ext cx="2697480" cy="381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2690" y="1023619"/>
            <a:ext cx="38100" cy="166497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44260" y="2669540"/>
            <a:ext cx="2697480" cy="381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44260" y="1023619"/>
            <a:ext cx="2697480" cy="166497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25210" y="1023619"/>
            <a:ext cx="38100" cy="166497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44260" y="1023619"/>
            <a:ext cx="2697480" cy="166497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8400" y="1168400"/>
            <a:ext cx="647700" cy="6477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42050" y="1162050"/>
            <a:ext cx="660400" cy="660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18250" y="1219200"/>
            <a:ext cx="508000" cy="514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3050" y="2943860"/>
            <a:ext cx="38100" cy="1664969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00" y="2943860"/>
            <a:ext cx="2697480" cy="166496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92100" y="2924810"/>
            <a:ext cx="2697480" cy="381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70530" y="2943860"/>
            <a:ext cx="38100" cy="166496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92100" y="4589780"/>
            <a:ext cx="2697480" cy="381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00" y="2943860"/>
            <a:ext cx="2697480" cy="1664969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0050" y="3086100"/>
            <a:ext cx="647700" cy="6477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3700" y="3079750"/>
            <a:ext cx="660400" cy="660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63550" y="3143250"/>
            <a:ext cx="508000" cy="5080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218180" y="2924810"/>
            <a:ext cx="2697480" cy="381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96610" y="2943860"/>
            <a:ext cx="38100" cy="1664969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218180" y="4589780"/>
            <a:ext cx="2697480" cy="381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8180" y="2943860"/>
            <a:ext cx="2697480" cy="1664969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99130" y="2943860"/>
            <a:ext cx="38100" cy="166496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8180" y="2943860"/>
            <a:ext cx="2697480" cy="1664969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27400" y="3086100"/>
            <a:ext cx="641350" cy="6477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21050" y="3079750"/>
            <a:ext cx="654050" cy="6604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90900" y="3143250"/>
            <a:ext cx="508000" cy="5080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44260" y="2943860"/>
            <a:ext cx="2697480" cy="1664969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44260" y="2943860"/>
            <a:ext cx="2697480" cy="1664969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48400" y="3086100"/>
            <a:ext cx="647700" cy="6477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42050" y="3079750"/>
            <a:ext cx="660400" cy="6604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318250" y="3143250"/>
            <a:ext cx="508000" cy="508000"/>
          </a:xfrm>
          <a:prstGeom prst="rect">
            <a:avLst/>
          </a:prstGeom>
        </p:spPr>
      </p:pic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6350" y="6350"/>
          <a:ext cx="9131300" cy="511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050">
                <a:tc>
                  <a:txBody>
                    <a:bodyPr/>
                    <a:lstStyle/>
                    <a:p>
                      <a:pPr>
                        <a:lnSpc>
                          <a:spcPts val="7150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40"/>
                        </a:lnSpc>
                      </a:pPr>
                      <a:endParaRPr/>
                    </a:p>
                    <a:p>
                      <a:pPr marL="292100" algn="l">
                        <a:lnSpc>
                          <a:spcPts val="175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FUTURE SCOPE &amp; EXTENSIONS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0">
                <a:tc>
                  <a:txBody>
                    <a:bodyPr/>
                    <a:lstStyle/>
                    <a:p>
                      <a:pPr>
                        <a:lnSpc>
                          <a:spcPts val="2604"/>
                        </a:lnSpc>
                      </a:pPr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292100" y="1023619"/>
          <a:ext cx="2697480" cy="166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4970">
                <a:tc>
                  <a:txBody>
                    <a:bodyPr/>
                    <a:lstStyle/>
                    <a:p>
                      <a:pPr>
                        <a:lnSpc>
                          <a:spcPts val="2080"/>
                        </a:lnSpc>
                      </a:pPr>
                      <a:endParaRPr/>
                    </a:p>
                    <a:p>
                      <a:pPr marR="599440" algn="r">
                        <a:lnSpc>
                          <a:spcPts val="104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AR / VR Integration</a:t>
                      </a:r>
                    </a:p>
                    <a:p>
                      <a:pPr marL="182880" algn="l">
                        <a:lnSpc>
                          <a:spcPts val="860"/>
                        </a:lnSpc>
                        <a:spcBef>
                          <a:spcPts val="588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WebSocket gesture API for Unity, Unreal &amp;</a:t>
                      </a:r>
                    </a:p>
                    <a:p>
                      <a:pPr marL="182880" algn="l">
                        <a:lnSpc>
                          <a:spcPts val="690"/>
                        </a:lnSpc>
                        <a:spcBef>
                          <a:spcPts val="34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WebXR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3218180" y="1023619"/>
          <a:ext cx="2697480" cy="166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4970">
                <a:tc>
                  <a:txBody>
                    <a:bodyPr/>
                    <a:lstStyle/>
                    <a:p>
                      <a:pPr>
                        <a:lnSpc>
                          <a:spcPts val="2130"/>
                        </a:lnSpc>
                      </a:pPr>
                      <a:endParaRPr/>
                    </a:p>
                    <a:p>
                      <a:pPr marR="502920" algn="r">
                        <a:lnSpc>
                          <a:spcPts val="80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ML Gesture Classifier</a:t>
                      </a:r>
                    </a:p>
                    <a:p>
                      <a:pPr marL="184150" algn="l">
                        <a:lnSpc>
                          <a:spcPts val="690"/>
                        </a:lnSpc>
                        <a:spcBef>
                          <a:spcPts val="607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Neural net trained on HaGRID dataset for</a:t>
                      </a:r>
                    </a:p>
                    <a:p>
                      <a:pPr marL="184150" algn="l">
                        <a:lnSpc>
                          <a:spcPts val="690"/>
                        </a:lnSpc>
                        <a:spcBef>
                          <a:spcPts val="509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richer vocab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6144260" y="1023619"/>
          <a:ext cx="2697480" cy="166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4970"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/>
                    </a:p>
                    <a:p>
                      <a:pPr marR="436880" algn="r">
                        <a:lnSpc>
                          <a:spcPts val="79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Two-Handed Gestures</a:t>
                      </a:r>
                    </a:p>
                    <a:p>
                      <a:pPr algn="ctr">
                        <a:lnSpc>
                          <a:spcPts val="860"/>
                        </a:lnSpc>
                        <a:spcBef>
                          <a:spcPts val="607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Pinch-zoom, rotate via dual-hand MediaPipe</a:t>
                      </a:r>
                    </a:p>
                    <a:p>
                      <a:pPr marL="184150" algn="l">
                        <a:lnSpc>
                          <a:spcPts val="860"/>
                        </a:lnSpc>
                        <a:spcBef>
                          <a:spcPts val="34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92100" y="2943860"/>
          <a:ext cx="2697480" cy="1664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4969"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</a:pPr>
                      <a:endParaRPr/>
                    </a:p>
                    <a:p>
                      <a:pPr marR="702310" algn="r">
                        <a:lnSpc>
                          <a:spcPts val="100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IoT / Smart Home</a:t>
                      </a:r>
                    </a:p>
                    <a:p>
                      <a:pPr marL="182880" algn="l">
                        <a:lnSpc>
                          <a:spcPts val="850"/>
                        </a:lnSpc>
                        <a:spcBef>
                          <a:spcPts val="592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MQTT bridge to control lights, thermostats,</a:t>
                      </a:r>
                    </a:p>
                    <a:p>
                      <a:pPr marL="182880" algn="l">
                        <a:lnSpc>
                          <a:spcPts val="680"/>
                        </a:lnSpc>
                        <a:spcBef>
                          <a:spcPts val="35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3218180" y="2943860"/>
          <a:ext cx="2697480" cy="1664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4969"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/>
                    </a:p>
                    <a:p>
                      <a:pPr marR="660400" algn="r">
                        <a:lnSpc>
                          <a:spcPts val="99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Accessibility Focus</a:t>
                      </a:r>
                    </a:p>
                    <a:p>
                      <a:pPr algn="ctr">
                        <a:lnSpc>
                          <a:spcPts val="860"/>
                        </a:lnSpc>
                        <a:spcBef>
                          <a:spcPts val="587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Custom vocab for motor-impaired users with</a:t>
                      </a:r>
                    </a:p>
                    <a:p>
                      <a:pPr marL="184150" algn="l">
                        <a:lnSpc>
                          <a:spcPts val="819"/>
                        </a:lnSpc>
                        <a:spcBef>
                          <a:spcPts val="38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OT input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6144260" y="2943860"/>
          <a:ext cx="2697480" cy="16522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2269">
                <a:tc>
                  <a:txBody>
                    <a:bodyPr/>
                    <a:lstStyle/>
                    <a:p>
                      <a:pPr>
                        <a:lnSpc>
                          <a:spcPts val="2060"/>
                        </a:lnSpc>
                      </a:pPr>
                      <a:endParaRPr/>
                    </a:p>
                    <a:p>
                      <a:pPr marR="692150" algn="r">
                        <a:lnSpc>
                          <a:spcPts val="990"/>
                        </a:lnSpc>
                      </a:pPr>
                      <a:r>
                        <a:rPr sz="1150" b="1" spc="-100">
                          <a:solidFill>
                            <a:srgbClr val="334155"/>
                          </a:solidFill>
                          <a:latin typeface="Calibri"/>
                        </a:rPr>
                        <a:t>Edge Deployment</a:t>
                      </a:r>
                    </a:p>
                    <a:p>
                      <a:pPr marL="173990" algn="l">
                        <a:lnSpc>
                          <a:spcPts val="890"/>
                        </a:lnSpc>
                        <a:spcBef>
                          <a:spcPts val="584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Raspberry Pi / Jetson port for embedded</a:t>
                      </a:r>
                    </a:p>
                    <a:p>
                      <a:pPr marL="173990" algn="l">
                        <a:lnSpc>
                          <a:spcPts val="680"/>
                        </a:lnSpc>
                        <a:spcBef>
                          <a:spcPts val="350"/>
                        </a:spcBef>
                      </a:pPr>
                      <a:r>
                        <a:rPr sz="950" spc="-100">
                          <a:solidFill>
                            <a:srgbClr val="64748B"/>
                          </a:solidFill>
                          <a:latin typeface="Calibri"/>
                        </a:rPr>
                        <a:t>kiosk use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6A1B9A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6A1B9A">
                          <a:alpha val="100000"/>
                        </a:srgbClr>
                      </a:solidFill>
                    </a:lnR>
                    <a:lnT w="9525" cap="flat" cmpd="sng" algn="ctr">
                      <a:solidFill>
                        <a:srgbClr val="6A1B9A">
                          <a:alpha val="100000"/>
                        </a:srgbClr>
                      </a:solidFill>
                    </a:lnT>
                    <a:lnB w="9525" cap="flat" cmpd="sng" algn="ctr">
                      <a:solidFill>
                        <a:srgbClr val="6A1B9A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65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100"/>
            <a:ext cx="91440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43400"/>
            <a:ext cx="9144000" cy="8001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0" y="6350"/>
          <a:ext cx="9131300" cy="1073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>
                        <a:lnSpc>
                          <a:spcPts val="1225"/>
                        </a:lnSpc>
                      </a:pPr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rgbClr val="00C8A7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C8A7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C8A7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0C8A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2870"/>
                        </a:lnSpc>
                      </a:pPr>
                      <a:endParaRPr/>
                    </a:p>
                    <a:p>
                      <a:pPr marL="538480" algn="l">
                        <a:lnSpc>
                          <a:spcPts val="1710"/>
                        </a:lnSpc>
                      </a:pPr>
                      <a:r>
                        <a:rPr sz="2600" b="1" spc="-100">
                          <a:solidFill>
                            <a:srgbClr val="FFFFFF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rgbClr val="1A395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1A395C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1A395C">
                          <a:alpha val="100000"/>
                        </a:srgbClr>
                      </a:solidFill>
                    </a:lnB>
                    <a:solidFill>
                      <a:srgbClr val="1A395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1286510"/>
            <a:ext cx="135128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C9A7"/>
                </a:solidFill>
                <a:latin typeface="Calibri"/>
              </a:rP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3720"/>
            <a:ext cx="4921250" cy="1308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D6E4F0"/>
                </a:solidFill>
                <a:latin typeface="Calibri"/>
              </a:rPr>
              <a:t>Real-time gesture recognition achieved using MediaPipe 21-landmark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4750"/>
            <a:ext cx="4607560" cy="1308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D6E4F0"/>
                </a:solidFill>
                <a:latin typeface="Calibri"/>
              </a:rPr>
              <a:t>Full OS control — cursor, clicks, scroll, keyboard — via PyAutoGUI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7050"/>
            <a:ext cx="4005579" cy="1308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D6E4F0"/>
                </a:solidFill>
                <a:latin typeface="Calibri"/>
              </a:rPr>
              <a:t>3D game environment validated end-to-end system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83000"/>
            <a:ext cx="4556760" cy="137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D6E4F0"/>
                </a:solidFill>
                <a:latin typeface="Calibri"/>
              </a:rPr>
              <a:t>Modular, extensible architecture ready for AR/VR, IoT &amp; edge deployment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0" y="4343400"/>
          <a:ext cx="9131300" cy="781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>
                        <a:lnSpc>
                          <a:spcPts val="2640"/>
                        </a:lnSpc>
                      </a:pPr>
                      <a:endParaRPr/>
                    </a:p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400" b="1" i="1" spc="-100">
                          <a:solidFill>
                            <a:srgbClr val="0D1B2A"/>
                          </a:solidFill>
                          <a:latin typeface="Calibri"/>
                        </a:rPr>
                        <a:t>A blueprint for the future of touchless, accessible Human–Computer Interaction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rgbClr val="00C8A7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C8A7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C8A7">
                          <a:alpha val="100000"/>
                        </a:srgbClr>
                      </a:solidFill>
                    </a:lnT>
                    <a:lnB w="3174" cap="flat" cmpd="sng" algn="ctr">
                      <a:solidFill>
                        <a:srgbClr val="00C8A7">
                          <a:alpha val="100000"/>
                        </a:srgbClr>
                      </a:solidFill>
                    </a:lnB>
                    <a:solidFill>
                      <a:srgbClr val="00C8A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850" y="1187450"/>
            <a:ext cx="2108200" cy="210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670050"/>
            <a:ext cx="260350" cy="260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650" y="1663700"/>
            <a:ext cx="273050" cy="273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292350"/>
            <a:ext cx="260350" cy="260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650" y="2286000"/>
            <a:ext cx="273050" cy="273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914650"/>
            <a:ext cx="260350" cy="260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650" y="2908300"/>
            <a:ext cx="273050" cy="2730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536950"/>
            <a:ext cx="260350" cy="260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650" y="3530600"/>
            <a:ext cx="273050" cy="273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Rishabh Dubey</cp:lastModifiedBy>
  <cp:revision>2</cp:revision>
  <dcterms:created xsi:type="dcterms:W3CDTF">2013-01-27T09:14:16Z</dcterms:created>
  <dcterms:modified xsi:type="dcterms:W3CDTF">2026-05-06T16:13:16Z</dcterms:modified>
  <cp:category/>
</cp:coreProperties>
</file>